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8832" r:id="rId2"/>
    <p:sldId id="2147478833" r:id="rId3"/>
  </p:sldIdLst>
  <p:sldSz cx="12192000" cy="6858000"/>
  <p:notesSz cx="6858000" cy="9144000"/>
  <p:defaultTextStyle>
    <a:defPPr>
      <a:defRPr lang="en-M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2"/>
  </p:normalViewPr>
  <p:slideViewPr>
    <p:cSldViewPr snapToGrid="0">
      <p:cViewPr varScale="1">
        <p:scale>
          <a:sx n="112" d="100"/>
          <a:sy n="112" d="100"/>
        </p:scale>
        <p:origin x="7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tandard no claim">
    <p:bg bwMode="black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ackground with Mercedes star and word mark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-1521" y="2381"/>
            <a:ext cx="12193521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0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11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6" name="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2" y="313201"/>
            <a:ext cx="12193200" cy="3405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5" name="Additional text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395286" y="5070362"/>
            <a:ext cx="9396000" cy="756000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Additional text for presentation 16 pt </a:t>
            </a:r>
            <a:br>
              <a:rPr lang="en-US" noProof="0"/>
            </a:br>
            <a:r>
              <a:rPr lang="en-US" noProof="0"/>
              <a:t>Speaker, department, place, date</a:t>
            </a:r>
          </a:p>
        </p:txBody>
      </p:sp>
      <p:sp>
        <p:nvSpPr>
          <p:cNvPr id="14" name="Title"/>
          <p:cNvSpPr>
            <a:spLocks noGrp="1"/>
          </p:cNvSpPr>
          <p:nvPr>
            <p:ph type="ctrTitle" hasCustomPrompt="1"/>
          </p:nvPr>
        </p:nvSpPr>
        <p:spPr bwMode="white">
          <a:xfrm>
            <a:off x="395286" y="3848402"/>
            <a:ext cx="9396000" cy="1044000"/>
          </a:xfrm>
        </p:spPr>
        <p:txBody>
          <a:bodyPr/>
          <a:lstStyle>
            <a:lvl1pPr>
              <a:lnSpc>
                <a:spcPct val="100000"/>
              </a:lnSpc>
              <a:defRPr sz="3600" baseline="0"/>
            </a:lvl1pPr>
          </a:lstStyle>
          <a:p>
            <a:r>
              <a:rPr lang="en-US" noProof="0"/>
              <a:t>Presentation title in 36 pt on one line.</a:t>
            </a:r>
            <a:br>
              <a:rPr lang="en-US" noProof="0"/>
            </a:br>
            <a:r>
              <a:rPr lang="en-US" noProof="0"/>
              <a:t>Second line possible.</a:t>
            </a:r>
          </a:p>
        </p:txBody>
      </p:sp>
      <p:sp>
        <p:nvSpPr>
          <p:cNvPr id="12" name="Rechteck 11"/>
          <p:cNvSpPr/>
          <p:nvPr userDrawn="1"/>
        </p:nvSpPr>
        <p:spPr>
          <a:xfrm>
            <a:off x="2" y="7106733"/>
            <a:ext cx="12191998" cy="8395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r>
              <a:rPr lang="en-US" sz="1600" noProof="0">
                <a:solidFill>
                  <a:schemeClr val="accent6"/>
                </a:solidFill>
              </a:rPr>
              <a:t>Important note:</a:t>
            </a:r>
            <a:r>
              <a:rPr lang="en-US" sz="1600" noProof="0">
                <a:solidFill>
                  <a:srgbClr val="FFFFFF"/>
                </a:solidFill>
              </a:rPr>
              <a:t> The following sample slides use the Mercedes-Benz pattern. For trademark reasons, this may only be used in combination with the Mercedes star. Therefore, always use a title or closing slide that contains the Mercedes star.</a:t>
            </a:r>
          </a:p>
          <a:p>
            <a:endParaRPr lang="en-US" sz="1600" noProof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08040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// Splitted image">
    <p:bg bwMode="black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ackground with Mercedes star and word mark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279" y="0"/>
            <a:ext cx="12193521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1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12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5" name="Left 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248" y="313201"/>
            <a:ext cx="5123890" cy="3405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rgbClr val="FFFFFF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27" name="Right image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5199146" y="313200"/>
            <a:ext cx="7000900" cy="3405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rgbClr val="FFFFFF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5" name="Additional text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395286" y="5070362"/>
            <a:ext cx="9396000" cy="756000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Additional text for presentation 16 pt </a:t>
            </a:r>
            <a:br>
              <a:rPr lang="en-US" noProof="0"/>
            </a:br>
            <a:r>
              <a:rPr lang="en-US" noProof="0"/>
              <a:t>Speaker, department, place, date</a:t>
            </a:r>
          </a:p>
        </p:txBody>
      </p:sp>
      <p:sp>
        <p:nvSpPr>
          <p:cNvPr id="14" name="Title"/>
          <p:cNvSpPr>
            <a:spLocks noGrp="1"/>
          </p:cNvSpPr>
          <p:nvPr>
            <p:ph type="ctrTitle" hasCustomPrompt="1"/>
          </p:nvPr>
        </p:nvSpPr>
        <p:spPr bwMode="white">
          <a:xfrm>
            <a:off x="396000" y="3848402"/>
            <a:ext cx="9396000" cy="1044000"/>
          </a:xfrm>
        </p:spPr>
        <p:txBody>
          <a:bodyPr/>
          <a:lstStyle>
            <a:lvl1pPr>
              <a:lnSpc>
                <a:spcPct val="100000"/>
              </a:lnSpc>
              <a:defRPr sz="3600" baseline="0"/>
            </a:lvl1pPr>
          </a:lstStyle>
          <a:p>
            <a:r>
              <a:rPr lang="en-US" noProof="0"/>
              <a:t>Presentation title in 36 pt on one line.</a:t>
            </a:r>
            <a:br>
              <a:rPr lang="en-US" noProof="0"/>
            </a:br>
            <a:r>
              <a:rPr lang="en-US" noProof="0"/>
              <a:t>Second line possible.</a:t>
            </a:r>
          </a:p>
        </p:txBody>
      </p:sp>
      <p:sp>
        <p:nvSpPr>
          <p:cNvPr id="13" name="Rechteck 12"/>
          <p:cNvSpPr/>
          <p:nvPr userDrawn="1"/>
        </p:nvSpPr>
        <p:spPr>
          <a:xfrm>
            <a:off x="2" y="7106733"/>
            <a:ext cx="12191998" cy="8395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r>
              <a:rPr lang="en-US" sz="1600" noProof="0">
                <a:solidFill>
                  <a:schemeClr val="accent6"/>
                </a:solidFill>
              </a:rPr>
              <a:t>Important note:</a:t>
            </a:r>
            <a:r>
              <a:rPr lang="en-US" sz="1600" noProof="0">
                <a:solidFill>
                  <a:srgbClr val="FFFFFF"/>
                </a:solidFill>
              </a:rPr>
              <a:t> The following sample slides use the Mercedes-Benz pattern. For trademark reasons, this may only be used in combination with the Mercedes star. Therefore, always use a title or closing slide that contains the Mercedes star.</a:t>
            </a:r>
          </a:p>
          <a:p>
            <a:endParaRPr lang="en-US" sz="1600" noProof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44405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// 3 images">
    <p:bg bwMode="black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ackground with Mercedes star and word mark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" y="0"/>
            <a:ext cx="12193521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6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17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2" name="Right image"/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8178000" y="313201"/>
            <a:ext cx="4014000" cy="3405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rgbClr val="FFFFFF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1" name="Center image"/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4090756" y="313201"/>
            <a:ext cx="4014000" cy="3405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rgbClr val="FFFFFF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" name="Left 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2" y="313201"/>
            <a:ext cx="4014000" cy="3405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rgbClr val="FFFFFF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5" name="Additional text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395286" y="5070362"/>
            <a:ext cx="9396000" cy="756000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Additional text for presentation 16 pt </a:t>
            </a:r>
            <a:br>
              <a:rPr lang="en-US" noProof="0"/>
            </a:br>
            <a:r>
              <a:rPr lang="en-US" noProof="0"/>
              <a:t>Speaker, department, place, date</a:t>
            </a:r>
          </a:p>
        </p:txBody>
      </p:sp>
      <p:sp>
        <p:nvSpPr>
          <p:cNvPr id="14" name="Title"/>
          <p:cNvSpPr>
            <a:spLocks noGrp="1"/>
          </p:cNvSpPr>
          <p:nvPr>
            <p:ph type="ctrTitle" hasCustomPrompt="1"/>
          </p:nvPr>
        </p:nvSpPr>
        <p:spPr bwMode="white">
          <a:xfrm>
            <a:off x="395286" y="3848402"/>
            <a:ext cx="9396000" cy="1044000"/>
          </a:xfrm>
        </p:spPr>
        <p:txBody>
          <a:bodyPr/>
          <a:lstStyle>
            <a:lvl1pPr>
              <a:lnSpc>
                <a:spcPct val="100000"/>
              </a:lnSpc>
              <a:defRPr sz="3600" baseline="0"/>
            </a:lvl1pPr>
          </a:lstStyle>
          <a:p>
            <a:r>
              <a:rPr lang="en-US" noProof="0"/>
              <a:t>Presentation title in 36 pt on one line.</a:t>
            </a:r>
            <a:br>
              <a:rPr lang="en-US" noProof="0"/>
            </a:br>
            <a:r>
              <a:rPr lang="en-US" noProof="0"/>
              <a:t>Second line possible.</a:t>
            </a:r>
          </a:p>
        </p:txBody>
      </p:sp>
      <p:sp>
        <p:nvSpPr>
          <p:cNvPr id="18" name="Rechteck 17"/>
          <p:cNvSpPr/>
          <p:nvPr userDrawn="1"/>
        </p:nvSpPr>
        <p:spPr>
          <a:xfrm>
            <a:off x="2" y="7106733"/>
            <a:ext cx="12191998" cy="8395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r>
              <a:rPr lang="en-US" sz="1600" noProof="0">
                <a:solidFill>
                  <a:schemeClr val="accent6"/>
                </a:solidFill>
              </a:rPr>
              <a:t>Important note:</a:t>
            </a:r>
            <a:r>
              <a:rPr lang="en-US" sz="1600" noProof="0">
                <a:solidFill>
                  <a:srgbClr val="FFFFFF"/>
                </a:solidFill>
              </a:rPr>
              <a:t> The following sample slides use the Mercedes-Benz pattern. For trademark reasons, this may only be used in combination with the Mercedes star. Therefore, always use a title or closing slide that contains the Mercedes star.</a:t>
            </a:r>
          </a:p>
          <a:p>
            <a:endParaRPr lang="en-US" sz="1600" noProof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5412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// Centred image">
    <p:bg bwMode="black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Background with Mercedes star and word mark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" y="0"/>
            <a:ext cx="12193521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3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17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6" name="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2133600" y="0"/>
            <a:ext cx="7622653" cy="685800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endParaRPr lang="en-US" noProof="0"/>
          </a:p>
          <a:p>
            <a:endParaRPr lang="en-US" noProof="0"/>
          </a:p>
          <a:p>
            <a:endParaRPr lang="en-US" noProof="0"/>
          </a:p>
          <a:p>
            <a:br>
              <a:rPr lang="en-US" noProof="0"/>
            </a:br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</p:txBody>
      </p:sp>
      <p:sp>
        <p:nvSpPr>
          <p:cNvPr id="15" name="Additional text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396000" y="1671105"/>
            <a:ext cx="5752126" cy="636990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Additional text for presentation 16 pt </a:t>
            </a:r>
            <a:br>
              <a:rPr lang="en-US" noProof="0"/>
            </a:br>
            <a:r>
              <a:rPr lang="en-US" noProof="0"/>
              <a:t>Speaker, department, place, date</a:t>
            </a:r>
          </a:p>
        </p:txBody>
      </p:sp>
      <p:sp>
        <p:nvSpPr>
          <p:cNvPr id="14" name="Title"/>
          <p:cNvSpPr>
            <a:spLocks noGrp="1"/>
          </p:cNvSpPr>
          <p:nvPr>
            <p:ph type="ctrTitle" hasCustomPrompt="1"/>
          </p:nvPr>
        </p:nvSpPr>
        <p:spPr bwMode="white">
          <a:xfrm>
            <a:off x="396000" y="441324"/>
            <a:ext cx="5752126" cy="1142323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 noProof="0"/>
              <a:t>Presentation title in 36 pt on two lines.</a:t>
            </a:r>
          </a:p>
        </p:txBody>
      </p:sp>
      <p:sp>
        <p:nvSpPr>
          <p:cNvPr id="9" name="Rechteck 8"/>
          <p:cNvSpPr/>
          <p:nvPr userDrawn="1"/>
        </p:nvSpPr>
        <p:spPr>
          <a:xfrm>
            <a:off x="2" y="7106733"/>
            <a:ext cx="12191998" cy="8395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r>
              <a:rPr lang="en-US" sz="1600" noProof="0">
                <a:solidFill>
                  <a:schemeClr val="accent6"/>
                </a:solidFill>
              </a:rPr>
              <a:t>Important note:</a:t>
            </a:r>
            <a:r>
              <a:rPr lang="en-US" sz="1600" noProof="0">
                <a:solidFill>
                  <a:srgbClr val="FFFFFF"/>
                </a:solidFill>
              </a:rPr>
              <a:t> The following sample slides use the Mercedes-Benz pattern. For trademark reasons, this may only be used in combination with the Mercedes star. Therefore, always use a title or closing slide that contains the Mercedes star.</a:t>
            </a:r>
          </a:p>
          <a:p>
            <a:endParaRPr lang="en-US" sz="1600" noProof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2463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// Multipicture">
    <p:bg bwMode="black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ackground with Mercedes star and word mark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" y="0"/>
            <a:ext cx="12193521" cy="685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3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14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5" name="Image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4800490" cy="3524588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</p:txBody>
      </p:sp>
      <p:sp>
        <p:nvSpPr>
          <p:cNvPr id="39" name="Image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128882" y="3587286"/>
            <a:ext cx="6722856" cy="3269573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1" name="Image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858692" y="1286288"/>
            <a:ext cx="2995717" cy="22383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35" name="Additional text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8074799" y="2382180"/>
            <a:ext cx="3713976" cy="67468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600"/>
            </a:lvl1pPr>
          </a:lstStyle>
          <a:p>
            <a:pPr lvl="0"/>
            <a:r>
              <a:rPr lang="en-US" noProof="0"/>
              <a:t>Additional text for presentation 16 pt </a:t>
            </a:r>
            <a:br>
              <a:rPr lang="en-US" noProof="0"/>
            </a:br>
            <a:r>
              <a:rPr lang="en-US" noProof="0"/>
              <a:t>Speaker, department, place, date</a:t>
            </a:r>
          </a:p>
        </p:txBody>
      </p:sp>
      <p:sp>
        <p:nvSpPr>
          <p:cNvPr id="15" name="Title"/>
          <p:cNvSpPr>
            <a:spLocks noGrp="1"/>
          </p:cNvSpPr>
          <p:nvPr>
            <p:ph type="ctrTitle" hasCustomPrompt="1"/>
          </p:nvPr>
        </p:nvSpPr>
        <p:spPr bwMode="white">
          <a:xfrm>
            <a:off x="8075613" y="1138422"/>
            <a:ext cx="3713162" cy="1222563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 noProof="0"/>
              <a:t>Presentation title in 36 pt on two lines.</a:t>
            </a:r>
          </a:p>
        </p:txBody>
      </p:sp>
      <p:sp>
        <p:nvSpPr>
          <p:cNvPr id="16" name="Rechteck 15"/>
          <p:cNvSpPr/>
          <p:nvPr userDrawn="1"/>
        </p:nvSpPr>
        <p:spPr>
          <a:xfrm>
            <a:off x="2" y="7106733"/>
            <a:ext cx="12191998" cy="8395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r>
              <a:rPr lang="en-US" sz="1600" noProof="0">
                <a:solidFill>
                  <a:schemeClr val="accent6"/>
                </a:solidFill>
              </a:rPr>
              <a:t>Important note:</a:t>
            </a:r>
            <a:r>
              <a:rPr lang="en-US" sz="1600" noProof="0">
                <a:solidFill>
                  <a:srgbClr val="FFFFFF"/>
                </a:solidFill>
              </a:rPr>
              <a:t> The following sample slides use the Mercedes-Benz pattern. For trademark reasons, this may only be used in combination with the Mercedes star. Therefore, always use a title or closing slide that contains the Mercedes star.</a:t>
            </a:r>
          </a:p>
          <a:p>
            <a:endParaRPr lang="en-US" sz="1600" noProof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7996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5082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// Image left">
    <p:bg bwMode="black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 with Mercedes star and word mark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" y="0"/>
            <a:ext cx="12193521" cy="685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2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13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40" name="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1" y="-1"/>
            <a:ext cx="7463399" cy="6858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</p:txBody>
      </p:sp>
      <p:sp>
        <p:nvSpPr>
          <p:cNvPr id="9" name="Additional text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8074799" y="2382180"/>
            <a:ext cx="3713976" cy="67468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600"/>
            </a:lvl1pPr>
          </a:lstStyle>
          <a:p>
            <a:pPr lvl="0"/>
            <a:r>
              <a:rPr lang="en-US" noProof="0"/>
              <a:t>Additional text for presentation 16 pt </a:t>
            </a:r>
            <a:br>
              <a:rPr lang="en-US" noProof="0"/>
            </a:br>
            <a:r>
              <a:rPr lang="en-US" noProof="0"/>
              <a:t>Speaker, department, place, date</a:t>
            </a:r>
          </a:p>
        </p:txBody>
      </p:sp>
      <p:sp>
        <p:nvSpPr>
          <p:cNvPr id="10" name="Title"/>
          <p:cNvSpPr>
            <a:spLocks noGrp="1"/>
          </p:cNvSpPr>
          <p:nvPr>
            <p:ph type="ctrTitle" hasCustomPrompt="1"/>
          </p:nvPr>
        </p:nvSpPr>
        <p:spPr bwMode="white">
          <a:xfrm>
            <a:off x="8075613" y="1138422"/>
            <a:ext cx="3713162" cy="1222563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 noProof="0"/>
              <a:t>Presentation title in 36 pt on two lines.</a:t>
            </a:r>
          </a:p>
        </p:txBody>
      </p:sp>
      <p:sp>
        <p:nvSpPr>
          <p:cNvPr id="14" name="Rechteck 13"/>
          <p:cNvSpPr/>
          <p:nvPr userDrawn="1"/>
        </p:nvSpPr>
        <p:spPr>
          <a:xfrm>
            <a:off x="2" y="7106733"/>
            <a:ext cx="12191998" cy="8395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r>
              <a:rPr lang="en-US" sz="1600" noProof="0">
                <a:solidFill>
                  <a:schemeClr val="accent6"/>
                </a:solidFill>
              </a:rPr>
              <a:t>Important note:</a:t>
            </a:r>
            <a:r>
              <a:rPr lang="en-US" sz="1600" noProof="0">
                <a:solidFill>
                  <a:srgbClr val="FFFFFF"/>
                </a:solidFill>
              </a:rPr>
              <a:t> The following sample slides use the Mercedes-Benz pattern. For trademark reasons, this may only be used in combination with the Mercedes star. Therefore, always use a title or closing slide that contains the Mercedes star.</a:t>
            </a:r>
          </a:p>
          <a:p>
            <a:endParaRPr lang="en-US" sz="1600" noProof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453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087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// Video left">
    <p:bg bwMode="black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 with Mercedes star and word mark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" y="0"/>
            <a:ext cx="12193521" cy="685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2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13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3" name="Video"/>
          <p:cNvSpPr>
            <a:spLocks noGrp="1"/>
          </p:cNvSpPr>
          <p:nvPr>
            <p:ph type="media" sz="quarter" idx="21"/>
          </p:nvPr>
        </p:nvSpPr>
        <p:spPr>
          <a:xfrm>
            <a:off x="400050" y="0"/>
            <a:ext cx="7462800" cy="6858000"/>
          </a:xfrm>
          <a:solidFill>
            <a:schemeClr val="bg1">
              <a:lumMod val="85000"/>
              <a:lumOff val="1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video</a:t>
            </a:r>
          </a:p>
        </p:txBody>
      </p:sp>
      <p:sp>
        <p:nvSpPr>
          <p:cNvPr id="9" name="Additional text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8074799" y="2382180"/>
            <a:ext cx="3713976" cy="67468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600"/>
            </a:lvl1pPr>
          </a:lstStyle>
          <a:p>
            <a:pPr lvl="0"/>
            <a:r>
              <a:rPr lang="en-US" noProof="0"/>
              <a:t>Additional text for presentation 16 pt </a:t>
            </a:r>
            <a:br>
              <a:rPr lang="en-US" noProof="0"/>
            </a:br>
            <a:r>
              <a:rPr lang="en-US" noProof="0"/>
              <a:t>Speaker, department, place, date</a:t>
            </a:r>
          </a:p>
        </p:txBody>
      </p:sp>
      <p:sp>
        <p:nvSpPr>
          <p:cNvPr id="10" name="Title"/>
          <p:cNvSpPr>
            <a:spLocks noGrp="1"/>
          </p:cNvSpPr>
          <p:nvPr>
            <p:ph type="ctrTitle" hasCustomPrompt="1"/>
          </p:nvPr>
        </p:nvSpPr>
        <p:spPr bwMode="white">
          <a:xfrm>
            <a:off x="8075613" y="1138422"/>
            <a:ext cx="3713162" cy="1222563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 noProof="0"/>
              <a:t>Presentation title in 36 pt on two lines.</a:t>
            </a:r>
          </a:p>
        </p:txBody>
      </p:sp>
      <p:sp>
        <p:nvSpPr>
          <p:cNvPr id="14" name="Rechteck 13"/>
          <p:cNvSpPr/>
          <p:nvPr userDrawn="1"/>
        </p:nvSpPr>
        <p:spPr>
          <a:xfrm>
            <a:off x="2" y="7106733"/>
            <a:ext cx="12191998" cy="8395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r>
              <a:rPr lang="en-US" sz="1600" noProof="0">
                <a:solidFill>
                  <a:schemeClr val="accent6"/>
                </a:solidFill>
              </a:rPr>
              <a:t>Important note:</a:t>
            </a:r>
            <a:r>
              <a:rPr lang="en-US" sz="1600" noProof="0">
                <a:solidFill>
                  <a:srgbClr val="FFFFFF"/>
                </a:solidFill>
              </a:rPr>
              <a:t> The following sample slides use the Mercedes-Benz pattern. For trademark reasons, this may only be used in combination with the Mercedes star. Therefore, always use a title or closing slide that contains the Mercedes star.</a:t>
            </a:r>
          </a:p>
          <a:p>
            <a:endParaRPr lang="en-US" sz="1600" noProof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719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087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26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7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8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5" name="Content"/>
          <p:cNvSpPr>
            <a:spLocks noGrp="1"/>
          </p:cNvSpPr>
          <p:nvPr>
            <p:ph sz="quarter" idx="14" hasCustomPrompt="1"/>
          </p:nvPr>
        </p:nvSpPr>
        <p:spPr>
          <a:xfrm>
            <a:off x="395287" y="1511301"/>
            <a:ext cx="11397600" cy="4914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11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9395547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Standard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30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31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32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33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9" name="Description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0" y="6030980"/>
            <a:ext cx="113976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Description in Corpo S Text Light 16 pt.</a:t>
            </a:r>
          </a:p>
        </p:txBody>
      </p:sp>
      <p:sp>
        <p:nvSpPr>
          <p:cNvPr id="15" name="Content"/>
          <p:cNvSpPr>
            <a:spLocks noGrp="1"/>
          </p:cNvSpPr>
          <p:nvPr>
            <p:ph sz="quarter" idx="14" hasCustomPrompt="1"/>
          </p:nvPr>
        </p:nvSpPr>
        <p:spPr>
          <a:xfrm>
            <a:off x="395287" y="1511301"/>
            <a:ext cx="11397600" cy="440689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34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3324480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5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26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7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8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7" name="Content right"/>
          <p:cNvSpPr>
            <a:spLocks noGrp="1"/>
          </p:cNvSpPr>
          <p:nvPr>
            <p:ph sz="quarter" idx="20" hasCustomPrompt="1"/>
          </p:nvPr>
        </p:nvSpPr>
        <p:spPr>
          <a:xfrm>
            <a:off x="6211276" y="1511301"/>
            <a:ext cx="5580000" cy="4914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15" name="Content left"/>
          <p:cNvSpPr>
            <a:spLocks noGrp="1"/>
          </p:cNvSpPr>
          <p:nvPr>
            <p:ph sz="quarter" idx="14" hasCustomPrompt="1"/>
          </p:nvPr>
        </p:nvSpPr>
        <p:spPr>
          <a:xfrm>
            <a:off x="395287" y="1511301"/>
            <a:ext cx="5580000" cy="4914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29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33778058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Headline on on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4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25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6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7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8" name="Content"/>
          <p:cNvSpPr>
            <a:spLocks noGrp="1"/>
          </p:cNvSpPr>
          <p:nvPr>
            <p:ph sz="quarter" idx="14" hasCustomPrompt="1"/>
          </p:nvPr>
        </p:nvSpPr>
        <p:spPr>
          <a:xfrm>
            <a:off x="395287" y="1511301"/>
            <a:ext cx="11397600" cy="4914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15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6660" cy="1008360"/>
          </a:xfrm>
        </p:spPr>
        <p:txBody>
          <a:bodyPr/>
          <a:lstStyle>
            <a:lvl1pPr>
              <a:defRPr sz="4800" baseline="0"/>
            </a:lvl1pPr>
          </a:lstStyle>
          <a:p>
            <a:r>
              <a:rPr lang="en-US" noProof="0"/>
              <a:t>Headline on one line in Corpo A Title Cond. in 48 pt.</a:t>
            </a:r>
          </a:p>
        </p:txBody>
      </p:sp>
      <p:sp>
        <p:nvSpPr>
          <p:cNvPr id="28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33531810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6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27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8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9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0" name="Table caption"/>
          <p:cNvSpPr>
            <a:spLocks noGrp="1"/>
          </p:cNvSpPr>
          <p:nvPr>
            <p:ph type="body" sz="quarter" idx="22" hasCustomPrompt="1"/>
          </p:nvPr>
        </p:nvSpPr>
        <p:spPr>
          <a:xfrm>
            <a:off x="396000" y="5327650"/>
            <a:ext cx="11397600" cy="1098551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600" baseline="0"/>
            </a:lvl1pPr>
            <a:lvl2pPr marL="285750" indent="-285750">
              <a:spcAft>
                <a:spcPts val="0"/>
              </a:spcAft>
              <a:buFont typeface="Arial" panose="020B0604020202020204" pitchFamily="34" charset="0"/>
              <a:buChar char="•"/>
              <a:defRPr sz="1600"/>
            </a:lvl2pPr>
            <a:lvl3pPr marL="285750" indent="-285750">
              <a:spcAft>
                <a:spcPts val="0"/>
              </a:spcAft>
              <a:buFont typeface="Arial" panose="020B0604020202020204" pitchFamily="34" charset="0"/>
              <a:buChar char="•"/>
              <a:defRPr sz="1600"/>
            </a:lvl3pPr>
            <a:lvl4pPr marL="285750" indent="-285750">
              <a:spcAft>
                <a:spcPts val="0"/>
              </a:spcAft>
              <a:buFont typeface="Arial" panose="020B0604020202020204" pitchFamily="34" charset="0"/>
              <a:buChar char="•"/>
              <a:defRPr sz="1500"/>
            </a:lvl4pPr>
            <a:lvl5pPr marL="0" indent="0">
              <a:spcAft>
                <a:spcPts val="0"/>
              </a:spcAft>
              <a:buNone/>
              <a:defRPr sz="1500"/>
            </a:lvl5pPr>
            <a:lvl6pPr marL="0" indent="0">
              <a:spcAft>
                <a:spcPts val="0"/>
              </a:spcAft>
              <a:buNone/>
              <a:defRPr sz="1500"/>
            </a:lvl6pPr>
            <a:lvl7pPr marL="0" indent="0">
              <a:spcAft>
                <a:spcPts val="0"/>
              </a:spcAft>
              <a:buNone/>
              <a:defRPr sz="1500"/>
            </a:lvl7pPr>
            <a:lvl8pPr marL="0" indent="0">
              <a:spcAft>
                <a:spcPts val="0"/>
              </a:spcAft>
              <a:buNone/>
              <a:defRPr sz="1500"/>
            </a:lvl8pPr>
            <a:lvl9pPr marL="0" indent="0"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Table placeholder"/>
          <p:cNvSpPr>
            <a:spLocks noGrp="1"/>
          </p:cNvSpPr>
          <p:nvPr>
            <p:ph type="tbl" sz="quarter" idx="20" hasCustomPrompt="1"/>
          </p:nvPr>
        </p:nvSpPr>
        <p:spPr bwMode="ltGray">
          <a:xfrm>
            <a:off x="396000" y="2484000"/>
            <a:ext cx="11397600" cy="2700000"/>
          </a:xfrm>
          <a:solidFill>
            <a:schemeClr val="bg1">
              <a:lumMod val="85000"/>
              <a:lumOff val="15000"/>
            </a:schemeClr>
          </a:solidFill>
        </p:spPr>
        <p:txBody>
          <a:bodyPr/>
          <a:lstStyle>
            <a:lvl1pPr algn="ctr"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table</a:t>
            </a:r>
          </a:p>
        </p:txBody>
      </p:sp>
      <p:sp>
        <p:nvSpPr>
          <p:cNvPr id="19" name="Table header"/>
          <p:cNvSpPr>
            <a:spLocks noGrp="1"/>
          </p:cNvSpPr>
          <p:nvPr>
            <p:ph type="body" sz="quarter" idx="21" hasCustomPrompt="1"/>
          </p:nvPr>
        </p:nvSpPr>
        <p:spPr>
          <a:xfrm>
            <a:off x="396000" y="1957137"/>
            <a:ext cx="11397600" cy="274864"/>
          </a:xfrm>
        </p:spPr>
        <p:txBody>
          <a:bodyPr/>
          <a:lstStyle>
            <a:lvl1pPr>
              <a:spcAft>
                <a:spcPts val="0"/>
              </a:spcAft>
              <a:defRPr b="1" baseline="0">
                <a:latin typeface="MB Corpo S Text Office" panose="020B0504050000000004" pitchFamily="34" charset="0"/>
              </a:defRPr>
            </a:lvl1pPr>
            <a:lvl2pPr marL="0" indent="0">
              <a:spcAft>
                <a:spcPts val="0"/>
              </a:spcAft>
              <a:buNone/>
              <a:defRPr sz="2000" b="1"/>
            </a:lvl2pPr>
            <a:lvl3pPr marL="0" indent="0">
              <a:spcAft>
                <a:spcPts val="0"/>
              </a:spcAft>
              <a:buNone/>
              <a:defRPr sz="2000" b="1"/>
            </a:lvl3pPr>
            <a:lvl4pPr marL="0" indent="0">
              <a:spcAft>
                <a:spcPts val="0"/>
              </a:spcAft>
              <a:buNone/>
              <a:defRPr sz="2000" b="1"/>
            </a:lvl4pPr>
            <a:lvl5pPr marL="0" indent="0">
              <a:spcAft>
                <a:spcPts val="0"/>
              </a:spcAft>
              <a:buNone/>
              <a:defRPr sz="2000" b="1"/>
            </a:lvl5pPr>
            <a:lvl6pPr marL="0" indent="0">
              <a:spcAft>
                <a:spcPts val="0"/>
              </a:spcAft>
              <a:buNone/>
              <a:defRPr sz="2000" b="1"/>
            </a:lvl6pPr>
            <a:lvl7pPr marL="0" indent="0">
              <a:spcAft>
                <a:spcPts val="0"/>
              </a:spcAft>
              <a:buNone/>
              <a:defRPr sz="2000" b="1"/>
            </a:lvl7pPr>
            <a:lvl8pPr marL="0" indent="0">
              <a:spcAft>
                <a:spcPts val="0"/>
              </a:spcAft>
              <a:buNone/>
              <a:defRPr sz="2000" b="1"/>
            </a:lvl8pPr>
            <a:lvl9pPr marL="0" indent="0">
              <a:spcAft>
                <a:spcPts val="0"/>
              </a:spcAft>
              <a:buNone/>
              <a:defRPr sz="2000" b="1"/>
            </a:lvl9pPr>
          </a:lstStyle>
          <a:p>
            <a:pPr lvl="0"/>
            <a:r>
              <a:rPr lang="en-US" noProof="0"/>
              <a:t>Insert table heading in Corpo S Text Bold in 20 pt. 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30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27317312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inden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2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23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5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7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6" name="Content"/>
          <p:cNvSpPr>
            <a:spLocks noGrp="1"/>
          </p:cNvSpPr>
          <p:nvPr>
            <p:ph sz="quarter" idx="20" hasCustomPrompt="1"/>
          </p:nvPr>
        </p:nvSpPr>
        <p:spPr>
          <a:xfrm>
            <a:off x="1485900" y="2249431"/>
            <a:ext cx="8505825" cy="3884669"/>
          </a:xfrm>
        </p:spPr>
        <p:txBody>
          <a:bodyPr/>
          <a:lstStyle/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13" name="Slide title"/>
          <p:cNvSpPr>
            <a:spLocks noGrp="1"/>
          </p:cNvSpPr>
          <p:nvPr>
            <p:ph type="title" hasCustomPrompt="1"/>
          </p:nvPr>
        </p:nvSpPr>
        <p:spPr>
          <a:xfrm>
            <a:off x="1486385" y="1070548"/>
            <a:ext cx="850534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Cond.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28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30322050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cent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2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23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5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7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6" name="Content"/>
          <p:cNvSpPr>
            <a:spLocks noGrp="1"/>
          </p:cNvSpPr>
          <p:nvPr>
            <p:ph sz="quarter" idx="20" hasCustomPrompt="1"/>
          </p:nvPr>
        </p:nvSpPr>
        <p:spPr>
          <a:xfrm>
            <a:off x="1879554" y="1690388"/>
            <a:ext cx="8432892" cy="4709212"/>
          </a:xfrm>
        </p:spPr>
        <p:txBody>
          <a:bodyPr/>
          <a:lstStyle/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13" name="Slide title"/>
          <p:cNvSpPr>
            <a:spLocks noGrp="1"/>
          </p:cNvSpPr>
          <p:nvPr>
            <p:ph type="title" hasCustomPrompt="1"/>
          </p:nvPr>
        </p:nvSpPr>
        <p:spPr>
          <a:xfrm>
            <a:off x="1879554" y="465439"/>
            <a:ext cx="8432892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Cond.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28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4831076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standard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4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25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6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7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5" name="Content"/>
          <p:cNvSpPr>
            <a:spLocks noGrp="1"/>
          </p:cNvSpPr>
          <p:nvPr>
            <p:ph sz="quarter" idx="14" hasCustomPrompt="1"/>
          </p:nvPr>
        </p:nvSpPr>
        <p:spPr bwMode="ltGray">
          <a:xfrm>
            <a:off x="395288" y="1511301"/>
            <a:ext cx="11399837" cy="4914900"/>
          </a:xfrm>
          <a:solidFill>
            <a:schemeClr val="tx1"/>
          </a:solidFill>
        </p:spPr>
        <p:txBody>
          <a:bodyPr lIns="72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28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9183287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4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25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6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7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3" name="Content"/>
          <p:cNvSpPr>
            <a:spLocks noGrp="1"/>
          </p:cNvSpPr>
          <p:nvPr>
            <p:ph sz="quarter" idx="14" hasCustomPrompt="1"/>
          </p:nvPr>
        </p:nvSpPr>
        <p:spPr>
          <a:xfrm>
            <a:off x="1427737" y="3127155"/>
            <a:ext cx="4643717" cy="2016345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2" name="Slide title"/>
          <p:cNvSpPr>
            <a:spLocks noGrp="1"/>
          </p:cNvSpPr>
          <p:nvPr>
            <p:ph type="title" hasCustomPrompt="1"/>
          </p:nvPr>
        </p:nvSpPr>
        <p:spPr>
          <a:xfrm>
            <a:off x="1427737" y="1509713"/>
            <a:ext cx="4643717" cy="1008360"/>
          </a:xfrm>
        </p:spPr>
        <p:txBody>
          <a:bodyPr/>
          <a:lstStyle>
            <a:lvl1pPr>
              <a:defRPr sz="4800" baseline="0"/>
            </a:lvl1pPr>
          </a:lstStyle>
          <a:p>
            <a:r>
              <a:rPr lang="en-US" noProof="0"/>
              <a:t>Agenda</a:t>
            </a:r>
          </a:p>
        </p:txBody>
      </p:sp>
      <p:sp>
        <p:nvSpPr>
          <p:cNvPr id="28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266301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 // Text on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2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3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4" name="Image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rgbClr val="9F0002"/>
          </a:solidFill>
        </p:spPr>
        <p:txBody>
          <a:bodyPr/>
          <a:lstStyle>
            <a:lvl1pPr algn="ctr">
              <a:defRPr baseline="0"/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Insert optional background image</a:t>
            </a:r>
          </a:p>
        </p:txBody>
      </p:sp>
      <p:sp>
        <p:nvSpPr>
          <p:cNvPr id="12" name="Content"/>
          <p:cNvSpPr>
            <a:spLocks noGrp="1"/>
          </p:cNvSpPr>
          <p:nvPr>
            <p:ph type="body" sz="quarter" idx="12" hasCustomPrompt="1"/>
          </p:nvPr>
        </p:nvSpPr>
        <p:spPr>
          <a:xfrm>
            <a:off x="398463" y="4643438"/>
            <a:ext cx="5802312" cy="1095375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</a:t>
            </a:r>
            <a:endParaRPr lang="en-US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Slide title"/>
          <p:cNvSpPr>
            <a:spLocks noGrp="1"/>
          </p:cNvSpPr>
          <p:nvPr>
            <p:ph type="title" hasCustomPrompt="1"/>
          </p:nvPr>
        </p:nvSpPr>
        <p:spPr>
          <a:xfrm>
            <a:off x="398464" y="3447420"/>
            <a:ext cx="5803088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5373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ivider // Black box on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3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4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42" name="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1"/>
            <a:ext cx="12193200" cy="6858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" name="Black box"/>
          <p:cNvSpPr/>
          <p:nvPr userDrawn="1"/>
        </p:nvSpPr>
        <p:spPr bwMode="ltGray">
          <a:xfrm rot="10800000">
            <a:off x="396000" y="360000"/>
            <a:ext cx="3873737" cy="3142158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/>
          </a:p>
        </p:txBody>
      </p:sp>
      <p:sp>
        <p:nvSpPr>
          <p:cNvPr id="16" name="Content"/>
          <p:cNvSpPr>
            <a:spLocks noGrp="1"/>
          </p:cNvSpPr>
          <p:nvPr>
            <p:ph type="body" sz="quarter" idx="20" hasCustomPrompt="1"/>
          </p:nvPr>
        </p:nvSpPr>
        <p:spPr>
          <a:xfrm>
            <a:off x="862746" y="2271842"/>
            <a:ext cx="2889389" cy="89998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</a:t>
            </a:r>
          </a:p>
        </p:txBody>
      </p:sp>
      <p:sp>
        <p:nvSpPr>
          <p:cNvPr id="14" name="Slide title"/>
          <p:cNvSpPr>
            <a:spLocks noGrp="1"/>
          </p:cNvSpPr>
          <p:nvPr>
            <p:ph type="title" hasCustomPrompt="1"/>
          </p:nvPr>
        </p:nvSpPr>
        <p:spPr bwMode="ltGray">
          <a:xfrm>
            <a:off x="862746" y="790574"/>
            <a:ext cx="2889389" cy="1006364"/>
          </a:xfrm>
        </p:spPr>
        <p:txBody>
          <a:bodyPr/>
          <a:lstStyle>
            <a:lvl1pPr>
              <a:defRPr sz="3600" baseline="0"/>
            </a:lvl1pPr>
          </a:lstStyle>
          <a:p>
            <a:r>
              <a:rPr lang="en-US" noProof="0"/>
              <a:t>Headline</a:t>
            </a:r>
            <a:br>
              <a:rPr lang="en-US" noProof="0"/>
            </a:br>
            <a:r>
              <a:rPr lang="en-US" noProof="0"/>
              <a:t>two lines in 36pt. </a:t>
            </a:r>
          </a:p>
        </p:txBody>
      </p:sp>
      <p:sp>
        <p:nvSpPr>
          <p:cNvPr id="9" name="Rechteck 8"/>
          <p:cNvSpPr/>
          <p:nvPr userDrawn="1"/>
        </p:nvSpPr>
        <p:spPr>
          <a:xfrm>
            <a:off x="2" y="7106733"/>
            <a:ext cx="12191998" cy="8395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r>
              <a:rPr lang="en-US" sz="1600" noProof="0">
                <a:solidFill>
                  <a:schemeClr val="accent6"/>
                </a:solidFill>
              </a:rPr>
              <a:t>Important note:</a:t>
            </a:r>
            <a:r>
              <a:rPr lang="en-US" sz="1600" noProof="0">
                <a:solidFill>
                  <a:srgbClr val="FFFFFF"/>
                </a:solidFill>
              </a:rPr>
              <a:t> The following sample slides use the Mercedes-Benz pattern. For trademark reasons, this may only be used in combination with the Mercedes star. Therefore, always use a title or closing slide that contains the Mercedes star.</a:t>
            </a:r>
          </a:p>
          <a:p>
            <a:endParaRPr lang="en-US" sz="1600" noProof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990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8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ivider // Text on backgroun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8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9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3" name="Video" title="Videoplatzhalter"/>
          <p:cNvSpPr>
            <a:spLocks noGrp="1"/>
          </p:cNvSpPr>
          <p:nvPr>
            <p:ph type="media" sz="quarter" idx="2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  <a:lumOff val="15000"/>
            </a:schemeClr>
          </a:solidFill>
        </p:spPr>
        <p:txBody>
          <a:bodyPr/>
          <a:lstStyle>
            <a:lvl1pPr algn="ctr">
              <a:defRPr baseline="0"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video</a:t>
            </a:r>
          </a:p>
        </p:txBody>
      </p:sp>
      <p:sp>
        <p:nvSpPr>
          <p:cNvPr id="10" name="Black box"/>
          <p:cNvSpPr/>
          <p:nvPr userDrawn="1"/>
        </p:nvSpPr>
        <p:spPr>
          <a:xfrm rot="10800000">
            <a:off x="396000" y="360000"/>
            <a:ext cx="3873737" cy="3142158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/>
          </a:p>
        </p:txBody>
      </p:sp>
      <p:sp>
        <p:nvSpPr>
          <p:cNvPr id="16" name="Content"/>
          <p:cNvSpPr>
            <a:spLocks noGrp="1"/>
          </p:cNvSpPr>
          <p:nvPr>
            <p:ph type="body" sz="quarter" idx="20" hasCustomPrompt="1"/>
          </p:nvPr>
        </p:nvSpPr>
        <p:spPr bwMode="ltGray">
          <a:xfrm>
            <a:off x="862746" y="2271842"/>
            <a:ext cx="2889389" cy="89998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</a:t>
            </a:r>
          </a:p>
        </p:txBody>
      </p:sp>
      <p:sp>
        <p:nvSpPr>
          <p:cNvPr id="14" name="Slide title"/>
          <p:cNvSpPr>
            <a:spLocks noGrp="1"/>
          </p:cNvSpPr>
          <p:nvPr>
            <p:ph type="title" hasCustomPrompt="1"/>
          </p:nvPr>
        </p:nvSpPr>
        <p:spPr bwMode="ltGray">
          <a:xfrm>
            <a:off x="862746" y="790574"/>
            <a:ext cx="2889389" cy="10063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</a:t>
            </a:r>
            <a:br>
              <a:rPr lang="en-US" noProof="0"/>
            </a:br>
            <a:r>
              <a:rPr lang="en-US" noProof="0"/>
              <a:t>two lines in 36pt. </a:t>
            </a:r>
          </a:p>
        </p:txBody>
      </p:sp>
      <p:sp>
        <p:nvSpPr>
          <p:cNvPr id="9" name="Rechteck 8"/>
          <p:cNvSpPr/>
          <p:nvPr userDrawn="1"/>
        </p:nvSpPr>
        <p:spPr>
          <a:xfrm>
            <a:off x="2" y="7106733"/>
            <a:ext cx="12191998" cy="8395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r>
              <a:rPr lang="en-US" sz="1600" noProof="0">
                <a:solidFill>
                  <a:schemeClr val="accent6"/>
                </a:solidFill>
              </a:rPr>
              <a:t>Important note:</a:t>
            </a:r>
            <a:r>
              <a:rPr lang="en-US" sz="1600" noProof="0">
                <a:solidFill>
                  <a:srgbClr val="FFFFFF"/>
                </a:solidFill>
              </a:rPr>
              <a:t> The following sample slides use the Mercedes-Benz pattern. For trademark reasons, this may only be used in combination with the Mercedes star. Therefore, always use a title or closing slide that contains the Mercedes star.</a:t>
            </a:r>
          </a:p>
          <a:p>
            <a:endParaRPr lang="en-US" sz="1600" noProof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227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teb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8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19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3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4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4" name="Image"/>
          <p:cNvSpPr>
            <a:spLocks noGrp="1"/>
          </p:cNvSpPr>
          <p:nvPr>
            <p:ph type="pic" sz="quarter" idx="10"/>
          </p:nvPr>
        </p:nvSpPr>
        <p:spPr bwMode="gray">
          <a:xfrm>
            <a:off x="5486400" y="1835150"/>
            <a:ext cx="5676900" cy="3584575"/>
          </a:xfrm>
          <a:prstGeom prst="rect">
            <a:avLst/>
          </a:prstGeom>
          <a:solidFill>
            <a:srgbClr val="9F0002"/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r>
              <a:rPr lang="en-US" noProof="1"/>
              <a:t>Insert image</a:t>
            </a:r>
          </a:p>
          <a:p>
            <a:endParaRPr lang="en-US" noProof="1"/>
          </a:p>
          <a:p>
            <a:endParaRPr lang="en-US" noProof="1"/>
          </a:p>
        </p:txBody>
      </p:sp>
      <p:pic>
        <p:nvPicPr>
          <p:cNvPr id="16" name="Notebook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9587" y="1654728"/>
            <a:ext cx="6070526" cy="4204401"/>
          </a:xfrm>
          <a:prstGeom prst="rect">
            <a:avLst/>
          </a:prstGeom>
        </p:spPr>
      </p:pic>
      <p:sp>
        <p:nvSpPr>
          <p:cNvPr id="11" name="Content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0" y="3143250"/>
            <a:ext cx="3918825" cy="2781300"/>
          </a:xfrm>
        </p:spPr>
        <p:txBody>
          <a:bodyPr/>
          <a:lstStyle>
            <a:lvl1pPr>
              <a:defRPr b="0" baseline="0">
                <a:latin typeface="+mn-lt"/>
              </a:defRPr>
            </a:lvl1pPr>
          </a:lstStyle>
          <a:p>
            <a:pPr lvl="0"/>
            <a:r>
              <a:rPr lang="en-US"/>
              <a:t>Insert text </a:t>
            </a:r>
            <a:r>
              <a:rPr lang="en-US" noProof="0"/>
              <a:t>Corpo S Text Light 20 pt. </a:t>
            </a:r>
            <a:endParaRPr lang="en-US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6001" y="1507329"/>
            <a:ext cx="3918824" cy="1561935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noProof="1"/>
              <a:t>Headline</a:t>
            </a:r>
            <a:br>
              <a:rPr lang="en-US" noProof="1"/>
            </a:br>
            <a:r>
              <a:rPr lang="en-US" noProof="1"/>
              <a:t>two lines 48pt.</a:t>
            </a:r>
          </a:p>
        </p:txBody>
      </p:sp>
      <p:sp>
        <p:nvSpPr>
          <p:cNvPr id="25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21911004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tebook with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8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19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3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4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3" name="Media placeholder" title="Videoplatzhalter"/>
          <p:cNvSpPr>
            <a:spLocks noGrp="1"/>
          </p:cNvSpPr>
          <p:nvPr>
            <p:ph type="media" sz="quarter" idx="21"/>
          </p:nvPr>
        </p:nvSpPr>
        <p:spPr>
          <a:xfrm>
            <a:off x="5486400" y="1835150"/>
            <a:ext cx="5662412" cy="3584575"/>
          </a:xfrm>
          <a:solidFill>
            <a:schemeClr val="bg1">
              <a:lumMod val="85000"/>
              <a:lumOff val="1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r>
              <a:rPr lang="de-DE"/>
              <a:t>Video einfügen</a:t>
            </a:r>
          </a:p>
        </p:txBody>
      </p:sp>
      <p:pic>
        <p:nvPicPr>
          <p:cNvPr id="16" name="Notebook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9587" y="1654728"/>
            <a:ext cx="6070526" cy="4204401"/>
          </a:xfrm>
          <a:prstGeom prst="rect">
            <a:avLst/>
          </a:prstGeom>
        </p:spPr>
      </p:pic>
      <p:sp>
        <p:nvSpPr>
          <p:cNvPr id="11" name="Content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0" y="3143250"/>
            <a:ext cx="3918825" cy="2781300"/>
          </a:xfrm>
        </p:spPr>
        <p:txBody>
          <a:bodyPr/>
          <a:lstStyle>
            <a:lvl1pPr>
              <a:defRPr b="0" baseline="0">
                <a:latin typeface="+mn-lt"/>
              </a:defRPr>
            </a:lvl1pPr>
          </a:lstStyle>
          <a:p>
            <a:pPr lvl="0"/>
            <a:r>
              <a:rPr lang="en-US"/>
              <a:t>Insert text </a:t>
            </a:r>
            <a:r>
              <a:rPr lang="en-US" noProof="0"/>
              <a:t>Corpo S Text Light 20 pt. </a:t>
            </a:r>
            <a:endParaRPr lang="en-US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6001" y="1507329"/>
            <a:ext cx="3918824" cy="1561935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noProof="1"/>
              <a:t>Headline</a:t>
            </a:r>
            <a:br>
              <a:rPr lang="en-US" noProof="1"/>
            </a:br>
            <a:r>
              <a:rPr lang="en-US" noProof="1"/>
              <a:t>two lines 48pt.</a:t>
            </a:r>
          </a:p>
        </p:txBody>
      </p:sp>
      <p:sp>
        <p:nvSpPr>
          <p:cNvPr id="25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7677337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Notebo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5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29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30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31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1" name="Image"/>
          <p:cNvSpPr>
            <a:spLocks noGrp="1"/>
          </p:cNvSpPr>
          <p:nvPr>
            <p:ph type="pic" sz="quarter" idx="20"/>
          </p:nvPr>
        </p:nvSpPr>
        <p:spPr bwMode="gray">
          <a:xfrm>
            <a:off x="7217225" y="1524000"/>
            <a:ext cx="4086683" cy="2603499"/>
          </a:xfrm>
          <a:prstGeom prst="rect">
            <a:avLst/>
          </a:prstGeom>
          <a:solidFill>
            <a:srgbClr val="9F0002"/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23" name="Content"/>
          <p:cNvSpPr>
            <a:spLocks noGrp="1"/>
          </p:cNvSpPr>
          <p:nvPr>
            <p:ph type="body" sz="quarter" idx="22" hasCustomPrompt="1"/>
          </p:nvPr>
        </p:nvSpPr>
        <p:spPr>
          <a:xfrm>
            <a:off x="7483360" y="4867275"/>
            <a:ext cx="3554412" cy="1147763"/>
          </a:xfrm>
        </p:spPr>
        <p:txBody>
          <a:bodyPr/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 baseline="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16 pt. </a:t>
            </a:r>
            <a:endParaRPr lang="en-US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26" name="Notebook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76750" y="1365710"/>
            <a:ext cx="4376605" cy="3031204"/>
          </a:xfrm>
          <a:prstGeom prst="rect">
            <a:avLst/>
          </a:prstGeom>
        </p:spPr>
      </p:pic>
      <p:sp>
        <p:nvSpPr>
          <p:cNvPr id="20" name="Image"/>
          <p:cNvSpPr>
            <a:spLocks noGrp="1"/>
          </p:cNvSpPr>
          <p:nvPr>
            <p:ph type="pic" sz="quarter" idx="11"/>
          </p:nvPr>
        </p:nvSpPr>
        <p:spPr bwMode="gray">
          <a:xfrm>
            <a:off x="894892" y="1524000"/>
            <a:ext cx="4086683" cy="2603499"/>
          </a:xfrm>
          <a:prstGeom prst="rect">
            <a:avLst/>
          </a:prstGeom>
          <a:solidFill>
            <a:srgbClr val="9F0002"/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  <a:p>
            <a:endParaRPr lang="en-US" noProof="0"/>
          </a:p>
        </p:txBody>
      </p:sp>
      <p:pic>
        <p:nvPicPr>
          <p:cNvPr id="27" name="Notebook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930" y="1365710"/>
            <a:ext cx="4376605" cy="3031204"/>
          </a:xfrm>
          <a:prstGeom prst="rect">
            <a:avLst/>
          </a:prstGeom>
        </p:spPr>
      </p:pic>
      <p:sp>
        <p:nvSpPr>
          <p:cNvPr id="22" name="Content"/>
          <p:cNvSpPr>
            <a:spLocks noGrp="1"/>
          </p:cNvSpPr>
          <p:nvPr>
            <p:ph type="body" sz="quarter" idx="21" hasCustomPrompt="1"/>
          </p:nvPr>
        </p:nvSpPr>
        <p:spPr>
          <a:xfrm>
            <a:off x="1161027" y="4867275"/>
            <a:ext cx="3554412" cy="1147763"/>
          </a:xfrm>
        </p:spPr>
        <p:txBody>
          <a:bodyPr/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 baseline="0">
                <a:latin typeface="+mn-lt"/>
              </a:defRPr>
            </a:lvl3pPr>
            <a:lvl4pPr marL="540028" indent="0">
              <a:buNone/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16 pt. </a:t>
            </a:r>
            <a:endParaRPr lang="en-US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endParaRPr lang="en-US" noProof="0"/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396661" cy="527050"/>
          </a:xfrm>
        </p:spPr>
        <p:txBody>
          <a:bodyPr/>
          <a:lstStyle>
            <a:lvl1pPr>
              <a:defRPr sz="3600" baseline="0"/>
            </a:lvl1pPr>
          </a:lstStyle>
          <a:p>
            <a:r>
              <a:rPr lang="en-US" noProof="0"/>
              <a:t>Headline on one line in Corpo A Title Condensed in 36 pt. </a:t>
            </a:r>
          </a:p>
        </p:txBody>
      </p:sp>
      <p:sp>
        <p:nvSpPr>
          <p:cNvPr id="32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8770438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ph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pic>
        <p:nvPicPr>
          <p:cNvPr id="3" name="Smart phone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43817" y="259217"/>
            <a:ext cx="2964442" cy="6168571"/>
          </a:xfrm>
          <a:prstGeom prst="rect">
            <a:avLst/>
          </a:prstGeom>
        </p:spPr>
      </p:pic>
      <p:sp>
        <p:nvSpPr>
          <p:cNvPr id="12" name="Image"/>
          <p:cNvSpPr>
            <a:spLocks noGrp="1"/>
          </p:cNvSpPr>
          <p:nvPr>
            <p:ph type="pic" sz="quarter" idx="12"/>
          </p:nvPr>
        </p:nvSpPr>
        <p:spPr bwMode="gray">
          <a:xfrm>
            <a:off x="7340150" y="700313"/>
            <a:ext cx="2771775" cy="5329012"/>
          </a:xfrm>
          <a:prstGeom prst="roundRect">
            <a:avLst>
              <a:gd name="adj" fmla="val 4296"/>
            </a:avLst>
          </a:prstGeom>
          <a:solidFill>
            <a:srgbClr val="9F0002"/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  <a:p>
            <a:endParaRPr lang="en-US" noProof="0"/>
          </a:p>
        </p:txBody>
      </p:sp>
      <p:sp>
        <p:nvSpPr>
          <p:cNvPr id="10" name="Content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0" y="3143250"/>
            <a:ext cx="3918825" cy="2781300"/>
          </a:xfrm>
        </p:spPr>
        <p:txBody>
          <a:bodyPr/>
          <a:lstStyle>
            <a:lvl1pPr>
              <a:defRPr b="0" baseline="0">
                <a:latin typeface="+mn-lt"/>
              </a:defRPr>
            </a:lvl1pPr>
          </a:lstStyle>
          <a:p>
            <a:pPr lvl="0"/>
            <a:r>
              <a:rPr lang="en-US"/>
              <a:t>Insert text </a:t>
            </a:r>
            <a:r>
              <a:rPr lang="en-US" noProof="0"/>
              <a:t>Corpo S Text Light 20 pt. </a:t>
            </a:r>
            <a:endParaRPr lang="en-US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Slide title"/>
          <p:cNvSpPr>
            <a:spLocks noGrp="1"/>
          </p:cNvSpPr>
          <p:nvPr>
            <p:ph type="title" hasCustomPrompt="1"/>
          </p:nvPr>
        </p:nvSpPr>
        <p:spPr>
          <a:xfrm>
            <a:off x="396001" y="1507329"/>
            <a:ext cx="3918824" cy="1561935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noProof="1"/>
              <a:t>Headline</a:t>
            </a:r>
            <a:br>
              <a:rPr lang="en-US" noProof="1"/>
            </a:br>
            <a:r>
              <a:rPr lang="en-US" noProof="1"/>
              <a:t>two lines 48pt.</a:t>
            </a:r>
            <a:endParaRPr lang="en-US" noProof="0"/>
          </a:p>
        </p:txBody>
      </p:sp>
      <p:sp>
        <p:nvSpPr>
          <p:cNvPr id="19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8075726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mart ph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15" name="Smart phone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6281" y="227980"/>
            <a:ext cx="3138295" cy="6534560"/>
          </a:xfrm>
          <a:prstGeom prst="rect">
            <a:avLst/>
          </a:prstGeom>
        </p:spPr>
      </p:pic>
      <p:sp>
        <p:nvSpPr>
          <p:cNvPr id="16" name="Image"/>
          <p:cNvSpPr>
            <a:spLocks noGrp="1"/>
          </p:cNvSpPr>
          <p:nvPr>
            <p:ph type="pic" sz="quarter" idx="18"/>
          </p:nvPr>
        </p:nvSpPr>
        <p:spPr bwMode="gray">
          <a:xfrm>
            <a:off x="6672943" y="690563"/>
            <a:ext cx="2957513" cy="5643562"/>
          </a:xfrm>
          <a:prstGeom prst="roundRect">
            <a:avLst>
              <a:gd name="adj" fmla="val 4296"/>
            </a:avLst>
          </a:prstGeom>
          <a:solidFill>
            <a:srgbClr val="9F0002"/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  <a:p>
            <a:endParaRPr lang="en-US" noProof="0"/>
          </a:p>
        </p:txBody>
      </p:sp>
      <p:pic>
        <p:nvPicPr>
          <p:cNvPr id="9" name="Smart phone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7938" y="227980"/>
            <a:ext cx="3138295" cy="6534560"/>
          </a:xfrm>
          <a:prstGeom prst="rect">
            <a:avLst/>
          </a:prstGeom>
        </p:spPr>
      </p:pic>
      <p:sp>
        <p:nvSpPr>
          <p:cNvPr id="14" name="Image"/>
          <p:cNvSpPr>
            <a:spLocks noGrp="1"/>
          </p:cNvSpPr>
          <p:nvPr>
            <p:ph type="pic" sz="quarter" idx="17"/>
          </p:nvPr>
        </p:nvSpPr>
        <p:spPr bwMode="gray">
          <a:xfrm>
            <a:off x="2514600" y="690563"/>
            <a:ext cx="2957513" cy="5643562"/>
          </a:xfrm>
          <a:prstGeom prst="roundRect">
            <a:avLst>
              <a:gd name="adj" fmla="val 4296"/>
            </a:avLst>
          </a:prstGeom>
          <a:solidFill>
            <a:srgbClr val="9F0002"/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96000" y="4138073"/>
            <a:ext cx="2987219" cy="10063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1"/>
              <a:t>Headline</a:t>
            </a:r>
            <a:br>
              <a:rPr lang="en-US" noProof="1"/>
            </a:br>
            <a:r>
              <a:rPr lang="en-US" noProof="1"/>
              <a:t>two lines 36pt.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450673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33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mart ph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6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27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8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9" name="Placeholder classification"/>
          <p:cNvSpPr>
            <a:spLocks noGrp="1"/>
          </p:cNvSpPr>
          <p:nvPr>
            <p:ph type="body" sz="quarter" idx="23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pic>
        <p:nvPicPr>
          <p:cNvPr id="20" name="Smart phone 3" descr="Mockup eines weißen Smartphones. Es dient der Präsentation von Smartphone-App-Inhalten." title="Weißes Smartphone Mockup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75868" y="1512888"/>
            <a:ext cx="2108132" cy="4386714"/>
          </a:xfrm>
          <a:prstGeom prst="rect">
            <a:avLst/>
          </a:prstGeom>
        </p:spPr>
      </p:pic>
      <p:sp>
        <p:nvSpPr>
          <p:cNvPr id="21" name="Smart phone - content 3"/>
          <p:cNvSpPr>
            <a:spLocks noGrp="1"/>
          </p:cNvSpPr>
          <p:nvPr>
            <p:ph type="pic" sz="quarter" idx="21"/>
          </p:nvPr>
        </p:nvSpPr>
        <p:spPr bwMode="gray">
          <a:xfrm>
            <a:off x="9439841" y="1822901"/>
            <a:ext cx="1981201" cy="3786188"/>
          </a:xfrm>
          <a:prstGeom prst="roundRect">
            <a:avLst>
              <a:gd name="adj" fmla="val 4296"/>
            </a:avLst>
          </a:prstGeom>
          <a:solidFill>
            <a:srgbClr val="9F0002"/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  <a:p>
            <a:endParaRPr lang="en-US" noProof="0"/>
          </a:p>
        </p:txBody>
      </p:sp>
      <p:pic>
        <p:nvPicPr>
          <p:cNvPr id="14" name="Smart phone 2" descr="Mockup eines weißen Smartphones. Es dient der Präsentation von Smartphone-App-Inhalten." title="Weißes Smartphone Mockup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27557" y="1512888"/>
            <a:ext cx="2108132" cy="4386714"/>
          </a:xfrm>
          <a:prstGeom prst="rect">
            <a:avLst/>
          </a:prstGeom>
        </p:spPr>
      </p:pic>
      <p:sp>
        <p:nvSpPr>
          <p:cNvPr id="19" name="Smart phone - content 2"/>
          <p:cNvSpPr>
            <a:spLocks noGrp="1"/>
          </p:cNvSpPr>
          <p:nvPr>
            <p:ph type="pic" sz="quarter" idx="20"/>
          </p:nvPr>
        </p:nvSpPr>
        <p:spPr bwMode="gray">
          <a:xfrm>
            <a:off x="7091530" y="1822901"/>
            <a:ext cx="1981201" cy="3786188"/>
          </a:xfrm>
          <a:prstGeom prst="roundRect">
            <a:avLst>
              <a:gd name="adj" fmla="val 4296"/>
            </a:avLst>
          </a:prstGeom>
          <a:solidFill>
            <a:srgbClr val="9F0002"/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  <a:p>
            <a:endParaRPr lang="en-US" noProof="0"/>
          </a:p>
        </p:txBody>
      </p:sp>
      <p:pic>
        <p:nvPicPr>
          <p:cNvPr id="17" name="Smart phone 1" descr="Mockup eines weißen Smartphones. Es dient der Präsentation von Smartphone-App-Inhalten." title="Weißes Smartphone Mockup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0621" y="1512888"/>
            <a:ext cx="2108132" cy="4386714"/>
          </a:xfrm>
          <a:prstGeom prst="rect">
            <a:avLst/>
          </a:prstGeom>
        </p:spPr>
      </p:pic>
      <p:sp>
        <p:nvSpPr>
          <p:cNvPr id="18" name="Smart phone - content 1"/>
          <p:cNvSpPr>
            <a:spLocks noGrp="1"/>
          </p:cNvSpPr>
          <p:nvPr>
            <p:ph type="pic" sz="quarter" idx="19"/>
          </p:nvPr>
        </p:nvSpPr>
        <p:spPr bwMode="gray">
          <a:xfrm>
            <a:off x="4744594" y="1822901"/>
            <a:ext cx="1981201" cy="3786188"/>
          </a:xfrm>
          <a:prstGeom prst="roundRect">
            <a:avLst>
              <a:gd name="adj" fmla="val 4296"/>
            </a:avLst>
          </a:prstGeom>
          <a:solidFill>
            <a:srgbClr val="9F0002"/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</p:txBody>
      </p:sp>
      <p:sp>
        <p:nvSpPr>
          <p:cNvPr id="12" name="Content"/>
          <p:cNvSpPr>
            <a:spLocks noGrp="1"/>
          </p:cNvSpPr>
          <p:nvPr>
            <p:ph type="body" sz="quarter" idx="22" hasCustomPrompt="1"/>
          </p:nvPr>
        </p:nvSpPr>
        <p:spPr>
          <a:xfrm>
            <a:off x="396000" y="3143250"/>
            <a:ext cx="3918825" cy="2781300"/>
          </a:xfrm>
        </p:spPr>
        <p:txBody>
          <a:bodyPr/>
          <a:lstStyle>
            <a:lvl1pPr>
              <a:defRPr b="0" baseline="0">
                <a:latin typeface="+mn-lt"/>
              </a:defRPr>
            </a:lvl1pPr>
          </a:lstStyle>
          <a:p>
            <a:pPr lvl="0"/>
            <a:r>
              <a:rPr lang="en-US"/>
              <a:t>Insert text </a:t>
            </a:r>
            <a:r>
              <a:rPr lang="en-US" noProof="0"/>
              <a:t>Corpo S Text Light 20 pt. </a:t>
            </a:r>
            <a:endParaRPr lang="en-US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96000" y="1507329"/>
            <a:ext cx="3918824" cy="1561935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noProof="1"/>
              <a:t>Headline</a:t>
            </a:r>
            <a:br>
              <a:rPr lang="en-US" noProof="1"/>
            </a:br>
            <a:r>
              <a:rPr lang="en-US" noProof="1"/>
              <a:t>two lines 48pt.</a:t>
            </a:r>
            <a:endParaRPr lang="en-US" noProof="0"/>
          </a:p>
        </p:txBody>
      </p:sp>
      <p:sp>
        <p:nvSpPr>
          <p:cNvPr id="30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710922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16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7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18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pic>
        <p:nvPicPr>
          <p:cNvPr id="2" name="Tablet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3645228" y="-290435"/>
            <a:ext cx="5673044" cy="7648188"/>
          </a:xfrm>
          <a:prstGeom prst="rect">
            <a:avLst/>
          </a:prstGeom>
        </p:spPr>
      </p:pic>
      <p:sp>
        <p:nvSpPr>
          <p:cNvPr id="4" name="Image"/>
          <p:cNvSpPr>
            <a:spLocks noGrp="1"/>
          </p:cNvSpPr>
          <p:nvPr>
            <p:ph type="pic" sz="quarter" idx="12"/>
          </p:nvPr>
        </p:nvSpPr>
        <p:spPr bwMode="ltGray">
          <a:xfrm>
            <a:off x="3228975" y="923925"/>
            <a:ext cx="6505575" cy="5238749"/>
          </a:xfrm>
          <a:prstGeom prst="rect">
            <a:avLst/>
          </a:prstGeom>
          <a:solidFill>
            <a:srgbClr val="9F0002"/>
          </a:solidFill>
          <a:effectLst/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  <a:p>
            <a:endParaRPr lang="en-US" noProof="0"/>
          </a:p>
        </p:txBody>
      </p:sp>
      <p:sp>
        <p:nvSpPr>
          <p:cNvPr id="12" name="Slide title"/>
          <p:cNvSpPr>
            <a:spLocks noGrp="1"/>
          </p:cNvSpPr>
          <p:nvPr>
            <p:ph type="title" hasCustomPrompt="1"/>
          </p:nvPr>
        </p:nvSpPr>
        <p:spPr>
          <a:xfrm>
            <a:off x="396000" y="4138073"/>
            <a:ext cx="4871325" cy="538702"/>
          </a:xfrm>
        </p:spPr>
        <p:txBody>
          <a:bodyPr/>
          <a:lstStyle>
            <a:lvl1pPr>
              <a:defRPr sz="3600" baseline="0"/>
            </a:lvl1pPr>
          </a:lstStyle>
          <a:p>
            <a:r>
              <a:rPr lang="en-US" noProof="0"/>
              <a:t>Headline one line in 36pt. </a:t>
            </a:r>
          </a:p>
        </p:txBody>
      </p:sp>
      <p:sp>
        <p:nvSpPr>
          <p:cNvPr id="19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7946191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wat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6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7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18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pic>
        <p:nvPicPr>
          <p:cNvPr id="6" name="Smart watch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8148" y="0"/>
            <a:ext cx="3935704" cy="6858000"/>
          </a:xfrm>
          <a:prstGeom prst="rect">
            <a:avLst/>
          </a:prstGeom>
        </p:spPr>
      </p:pic>
      <p:sp>
        <p:nvSpPr>
          <p:cNvPr id="4" name="Image"/>
          <p:cNvSpPr>
            <a:spLocks noGrp="1"/>
          </p:cNvSpPr>
          <p:nvPr>
            <p:ph type="pic" sz="quarter" idx="10"/>
          </p:nvPr>
        </p:nvSpPr>
        <p:spPr bwMode="gray">
          <a:xfrm>
            <a:off x="4348842" y="1539478"/>
            <a:ext cx="3494314" cy="3779044"/>
          </a:xfrm>
          <a:prstGeom prst="roundRect">
            <a:avLst>
              <a:gd name="adj" fmla="val 5637"/>
            </a:avLst>
          </a:prstGeom>
          <a:solidFill>
            <a:srgbClr val="9F0002"/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1" name="Content"/>
          <p:cNvSpPr>
            <a:spLocks noGrp="1"/>
          </p:cNvSpPr>
          <p:nvPr>
            <p:ph type="body" sz="quarter" idx="22" hasCustomPrompt="1"/>
          </p:nvPr>
        </p:nvSpPr>
        <p:spPr>
          <a:xfrm>
            <a:off x="396001" y="3143250"/>
            <a:ext cx="3433050" cy="27813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="0" baseline="0"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endParaRPr lang="en-US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6001" y="1507329"/>
            <a:ext cx="3433050" cy="1561935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noProof="1"/>
              <a:t>Headline</a:t>
            </a:r>
            <a:br>
              <a:rPr lang="en-US" noProof="1"/>
            </a:br>
            <a:r>
              <a:rPr lang="en-US" noProof="1"/>
              <a:t>two lines 48pt.</a:t>
            </a:r>
            <a:endParaRPr lang="en-US" noProof="0"/>
          </a:p>
        </p:txBody>
      </p:sp>
      <p:sp>
        <p:nvSpPr>
          <p:cNvPr id="19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1844242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overview //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5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26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7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8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3" name="Image 4"/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6931156" y="4480834"/>
            <a:ext cx="48600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20" name="Image 3"/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396000" y="4480834"/>
            <a:ext cx="48600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22" name="Image 2"/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6931156" y="2044700"/>
            <a:ext cx="48600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8" name="Image 1"/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396000" y="2044700"/>
            <a:ext cx="48600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3" name="Slide title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396661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29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8132352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overview // Four circl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8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25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6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7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1" name="Image 4"/>
          <p:cNvSpPr>
            <a:spLocks noGrp="1"/>
          </p:cNvSpPr>
          <p:nvPr>
            <p:ph type="pic" sz="quarter" idx="23"/>
          </p:nvPr>
        </p:nvSpPr>
        <p:spPr bwMode="gray">
          <a:xfrm>
            <a:off x="9962724" y="1836154"/>
            <a:ext cx="1574800" cy="1574800"/>
          </a:xfrm>
          <a:prstGeom prst="ellipse">
            <a:avLst/>
          </a:prstGeom>
          <a:solidFill>
            <a:srgbClr val="9F0002"/>
          </a:solidFill>
          <a:ln>
            <a:solidFill>
              <a:schemeClr val="tx2"/>
            </a:solidFill>
          </a:ln>
        </p:spPr>
        <p:txBody>
          <a:bodyPr/>
          <a:lstStyle>
            <a:lvl1pPr marL="0" marR="0" indent="0" algn="ctr" defTabSz="914271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ClrTx/>
              <a:buSzTx/>
              <a:buFont typeface="+mj-lt"/>
              <a:buNone/>
              <a:tabLst/>
              <a:defRPr sz="1600"/>
            </a:lvl1pPr>
          </a:lstStyle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</p:txBody>
      </p:sp>
      <p:sp>
        <p:nvSpPr>
          <p:cNvPr id="20" name="Image 3"/>
          <p:cNvSpPr>
            <a:spLocks noGrp="1"/>
          </p:cNvSpPr>
          <p:nvPr>
            <p:ph type="pic" sz="quarter" idx="22"/>
          </p:nvPr>
        </p:nvSpPr>
        <p:spPr bwMode="gray">
          <a:xfrm>
            <a:off x="6847095" y="1836154"/>
            <a:ext cx="1574800" cy="1574800"/>
          </a:xfrm>
          <a:prstGeom prst="ellipse">
            <a:avLst/>
          </a:prstGeom>
          <a:solidFill>
            <a:srgbClr val="9F0002"/>
          </a:solidFill>
          <a:ln>
            <a:solidFill>
              <a:schemeClr val="tx2"/>
            </a:solidFill>
          </a:ln>
        </p:spPr>
        <p:txBody>
          <a:bodyPr/>
          <a:lstStyle>
            <a:lvl1pPr marL="0" marR="0" indent="0" algn="ctr" defTabSz="914271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ClrTx/>
              <a:buSzTx/>
              <a:buFont typeface="+mj-lt"/>
              <a:buNone/>
              <a:tabLst/>
              <a:defRPr sz="1600"/>
            </a:lvl1pPr>
          </a:lstStyle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</p:txBody>
      </p:sp>
      <p:sp>
        <p:nvSpPr>
          <p:cNvPr id="19" name="Image 2"/>
          <p:cNvSpPr>
            <a:spLocks noGrp="1"/>
          </p:cNvSpPr>
          <p:nvPr>
            <p:ph type="pic" sz="quarter" idx="21"/>
          </p:nvPr>
        </p:nvSpPr>
        <p:spPr bwMode="gray">
          <a:xfrm>
            <a:off x="3731465" y="1836154"/>
            <a:ext cx="1574800" cy="1574800"/>
          </a:xfrm>
          <a:prstGeom prst="ellipse">
            <a:avLst/>
          </a:prstGeom>
          <a:solidFill>
            <a:srgbClr val="9F0002"/>
          </a:solidFill>
          <a:ln>
            <a:solidFill>
              <a:schemeClr val="tx2"/>
            </a:solidFill>
          </a:ln>
        </p:spPr>
        <p:txBody>
          <a:bodyPr/>
          <a:lstStyle>
            <a:lvl1pPr marL="0" marR="0" indent="0" algn="ctr" defTabSz="914271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ClrTx/>
              <a:buSzTx/>
              <a:buFont typeface="+mj-lt"/>
              <a:buNone/>
              <a:tabLst/>
              <a:defRPr sz="1600"/>
            </a:lvl1pPr>
          </a:lstStyle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</p:txBody>
      </p:sp>
      <p:sp>
        <p:nvSpPr>
          <p:cNvPr id="17" name="Image 1"/>
          <p:cNvSpPr>
            <a:spLocks noGrp="1"/>
          </p:cNvSpPr>
          <p:nvPr>
            <p:ph type="pic" sz="quarter" idx="20"/>
          </p:nvPr>
        </p:nvSpPr>
        <p:spPr bwMode="gray">
          <a:xfrm>
            <a:off x="615835" y="1836154"/>
            <a:ext cx="1574800" cy="1574800"/>
          </a:xfrm>
          <a:prstGeom prst="ellipse">
            <a:avLst/>
          </a:prstGeom>
          <a:solidFill>
            <a:srgbClr val="9F0002"/>
          </a:solidFill>
          <a:ln>
            <a:solidFill>
              <a:schemeClr val="tx2"/>
            </a:solidFill>
          </a:ln>
        </p:spPr>
        <p:txBody>
          <a:bodyPr/>
          <a:lstStyle>
            <a:lvl1pPr algn="ctr">
              <a:defRPr sz="1600"/>
            </a:lvl1pPr>
          </a:lstStyle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28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6112849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ircl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9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23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6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8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2" name="Image 3"/>
          <p:cNvSpPr>
            <a:spLocks noGrp="1"/>
          </p:cNvSpPr>
          <p:nvPr>
            <p:ph type="pic" sz="quarter" idx="22"/>
          </p:nvPr>
        </p:nvSpPr>
        <p:spPr bwMode="gray">
          <a:xfrm>
            <a:off x="7870628" y="2528187"/>
            <a:ext cx="1574800" cy="1574800"/>
          </a:xfrm>
          <a:prstGeom prst="ellipse">
            <a:avLst/>
          </a:prstGeom>
          <a:solidFill>
            <a:srgbClr val="9F0002"/>
          </a:solidFill>
        </p:spPr>
        <p:txBody>
          <a:bodyPr/>
          <a:lstStyle>
            <a:lvl1pPr marL="0" marR="0" indent="0" algn="ctr" defTabSz="914271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ClrTx/>
              <a:buSzTx/>
              <a:buFont typeface="+mj-lt"/>
              <a:buNone/>
              <a:tabLst/>
              <a:defRPr sz="1400"/>
            </a:lvl1pPr>
          </a:lstStyle>
          <a:p>
            <a:endParaRPr lang="en-US"/>
          </a:p>
          <a:p>
            <a:endParaRPr lang="en-US"/>
          </a:p>
          <a:p>
            <a:r>
              <a:rPr lang="en-US" noProof="0"/>
              <a:t>Insert</a:t>
            </a:r>
            <a:br>
              <a:rPr lang="en-US" noProof="0"/>
            </a:br>
            <a:r>
              <a:rPr lang="en-US" noProof="0"/>
              <a:t>image</a:t>
            </a:r>
            <a:endParaRPr lang="en-US"/>
          </a:p>
        </p:txBody>
      </p:sp>
      <p:sp>
        <p:nvSpPr>
          <p:cNvPr id="21" name="Image 2"/>
          <p:cNvSpPr>
            <a:spLocks noGrp="1"/>
          </p:cNvSpPr>
          <p:nvPr>
            <p:ph type="pic" sz="quarter" idx="21"/>
          </p:nvPr>
        </p:nvSpPr>
        <p:spPr bwMode="gray">
          <a:xfrm>
            <a:off x="5308600" y="2528187"/>
            <a:ext cx="1574800" cy="1574800"/>
          </a:xfrm>
          <a:prstGeom prst="ellipse">
            <a:avLst/>
          </a:prstGeom>
          <a:solidFill>
            <a:srgbClr val="9F0002"/>
          </a:solidFill>
        </p:spPr>
        <p:txBody>
          <a:bodyPr/>
          <a:lstStyle>
            <a:lvl1pPr marL="0" marR="0" indent="0" algn="ctr" defTabSz="914271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ClrTx/>
              <a:buSzTx/>
              <a:buFont typeface="+mj-lt"/>
              <a:buNone/>
              <a:tabLst/>
              <a:defRPr sz="1400"/>
            </a:lvl1pPr>
          </a:lstStyle>
          <a:p>
            <a:endParaRPr lang="en-US" noProof="1"/>
          </a:p>
          <a:p>
            <a:endParaRPr lang="en-US" noProof="1"/>
          </a:p>
          <a:p>
            <a:r>
              <a:rPr lang="en-US" noProof="0"/>
              <a:t>Insert</a:t>
            </a:r>
            <a:br>
              <a:rPr lang="en-US" noProof="0"/>
            </a:br>
            <a:r>
              <a:rPr lang="en-US" noProof="0"/>
              <a:t>image</a:t>
            </a:r>
            <a:endParaRPr lang="en-US"/>
          </a:p>
          <a:p>
            <a:endParaRPr lang="en-US" noProof="1"/>
          </a:p>
        </p:txBody>
      </p:sp>
      <p:sp>
        <p:nvSpPr>
          <p:cNvPr id="20" name="Image 1"/>
          <p:cNvSpPr>
            <a:spLocks noGrp="1"/>
          </p:cNvSpPr>
          <p:nvPr>
            <p:ph type="pic" sz="quarter" idx="20"/>
          </p:nvPr>
        </p:nvSpPr>
        <p:spPr bwMode="gray">
          <a:xfrm>
            <a:off x="2746572" y="2528187"/>
            <a:ext cx="1574800" cy="1574800"/>
          </a:xfrm>
          <a:prstGeom prst="ellipse">
            <a:avLst/>
          </a:prstGeom>
          <a:solidFill>
            <a:srgbClr val="9F0002"/>
          </a:solidFill>
        </p:spPr>
        <p:txBody>
          <a:bodyPr/>
          <a:lstStyle>
            <a:lvl1pPr algn="ctr">
              <a:defRPr sz="140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 noProof="0"/>
              <a:t>Insert</a:t>
            </a:r>
            <a:br>
              <a:rPr lang="en-US" noProof="0"/>
            </a:br>
            <a:r>
              <a:rPr lang="en-US" noProof="0"/>
              <a:t>image</a:t>
            </a:r>
            <a:endParaRPr lang="en-US"/>
          </a:p>
        </p:txBody>
      </p:sp>
      <p:sp>
        <p:nvSpPr>
          <p:cNvPr id="25" name="Content"/>
          <p:cNvSpPr>
            <a:spLocks noGrp="1"/>
          </p:cNvSpPr>
          <p:nvPr>
            <p:ph type="body" sz="quarter" idx="23" hasCustomPrompt="1"/>
          </p:nvPr>
        </p:nvSpPr>
        <p:spPr>
          <a:xfrm>
            <a:off x="3756025" y="1141712"/>
            <a:ext cx="4679950" cy="584200"/>
          </a:xfrm>
        </p:spPr>
        <p:txBody>
          <a:bodyPr/>
          <a:lstStyle>
            <a:lvl1pPr algn="l">
              <a:defRPr sz="1600" baseline="0"/>
            </a:lvl1pPr>
          </a:lstStyle>
          <a:p>
            <a:pPr lvl="0"/>
            <a:r>
              <a:rPr lang="en-US"/>
              <a:t>Sub headline or text in </a:t>
            </a:r>
            <a:r>
              <a:rPr lang="en-US" noProof="0"/>
              <a:t>Corpo S Text Light 16 pt.</a:t>
            </a:r>
            <a:endParaRPr lang="en-US"/>
          </a:p>
        </p:txBody>
      </p:sp>
      <p:sp>
        <p:nvSpPr>
          <p:cNvPr id="13" name="Slide title"/>
          <p:cNvSpPr>
            <a:spLocks noGrp="1"/>
          </p:cNvSpPr>
          <p:nvPr>
            <p:ph type="title" hasCustomPrompt="1"/>
          </p:nvPr>
        </p:nvSpPr>
        <p:spPr>
          <a:xfrm>
            <a:off x="1879554" y="465439"/>
            <a:ext cx="8432892" cy="55373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one line in Corpo A Title Condensed 36 pt. </a:t>
            </a:r>
          </a:p>
        </p:txBody>
      </p:sp>
      <p:sp>
        <p:nvSpPr>
          <p:cNvPr id="29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2207732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// Image left">
    <p:bg bwMode="inv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13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7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1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40" name="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-1"/>
            <a:ext cx="6096000" cy="6858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</p:txBody>
      </p:sp>
      <p:sp>
        <p:nvSpPr>
          <p:cNvPr id="18" name="Content"/>
          <p:cNvSpPr>
            <a:spLocks noGrp="1"/>
          </p:cNvSpPr>
          <p:nvPr>
            <p:ph sz="quarter" idx="21" hasCustomPrompt="1"/>
          </p:nvPr>
        </p:nvSpPr>
        <p:spPr bwMode="invGray">
          <a:xfrm>
            <a:off x="6524624" y="2368821"/>
            <a:ext cx="5264151" cy="4060553"/>
          </a:xfrm>
        </p:spPr>
        <p:txBody>
          <a:bodyPr/>
          <a:lstStyle/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ctrTitle" hasCustomPrompt="1"/>
          </p:nvPr>
        </p:nvSpPr>
        <p:spPr bwMode="invGray">
          <a:xfrm>
            <a:off x="6524625" y="1138423"/>
            <a:ext cx="5264150" cy="1128528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</a:p>
        </p:txBody>
      </p:sp>
      <p:sp>
        <p:nvSpPr>
          <p:cNvPr id="14" name="Rechteck 13"/>
          <p:cNvSpPr/>
          <p:nvPr userDrawn="1"/>
        </p:nvSpPr>
        <p:spPr>
          <a:xfrm>
            <a:off x="2" y="7106733"/>
            <a:ext cx="12191998" cy="8395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r>
              <a:rPr lang="en-US" sz="1600" noProof="0">
                <a:solidFill>
                  <a:schemeClr val="accent6"/>
                </a:solidFill>
              </a:rPr>
              <a:t>Important note:</a:t>
            </a:r>
            <a:r>
              <a:rPr lang="en-US" sz="1600" noProof="0">
                <a:solidFill>
                  <a:srgbClr val="FFFFFF"/>
                </a:solidFill>
              </a:rPr>
              <a:t> The following sample slides use the Mercedes-Benz pattern. For trademark reasons, this may only be used in combination with the Mercedes star. Therefore, always use a title or closing slide that contains the Mercedes star.</a:t>
            </a:r>
          </a:p>
          <a:p>
            <a:endParaRPr lang="en-US" sz="1600" noProof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0796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Panorama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9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20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1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2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4" name="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2" y="366713"/>
            <a:ext cx="12193200" cy="3948112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endParaRPr lang="en-US" noProof="0"/>
          </a:p>
          <a:p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8" name="Content"/>
          <p:cNvSpPr>
            <a:spLocks noGrp="1"/>
          </p:cNvSpPr>
          <p:nvPr>
            <p:ph sz="quarter" idx="14" hasCustomPrompt="1"/>
          </p:nvPr>
        </p:nvSpPr>
        <p:spPr>
          <a:xfrm>
            <a:off x="5743575" y="4533900"/>
            <a:ext cx="6051550" cy="189071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16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Slide title"/>
          <p:cNvSpPr>
            <a:spLocks noGrp="1"/>
          </p:cNvSpPr>
          <p:nvPr>
            <p:ph type="title" hasCustomPrompt="1"/>
          </p:nvPr>
        </p:nvSpPr>
        <p:spPr>
          <a:xfrm>
            <a:off x="395287" y="4533900"/>
            <a:ext cx="4605338" cy="1105267"/>
          </a:xfrm>
        </p:spPr>
        <p:txBody>
          <a:bodyPr/>
          <a:lstStyle>
            <a:lvl1pPr>
              <a:defRPr sz="3600" baseline="0"/>
            </a:lvl1pPr>
          </a:lstStyle>
          <a:p>
            <a:r>
              <a:rPr lang="en-US" noProof="0"/>
              <a:t>Headline one line in 36pt. </a:t>
            </a:r>
          </a:p>
        </p:txBody>
      </p:sp>
      <p:sp>
        <p:nvSpPr>
          <p:cNvPr id="23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21983591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// centred vertical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9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20" name="Placeholder other"/>
          <p:cNvSpPr>
            <a:spLocks noGrp="1"/>
          </p:cNvSpPr>
          <p:nvPr>
            <p:ph type="body" sz="quarter" idx="19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1" name="Placeholder confidentialty"/>
          <p:cNvSpPr>
            <a:spLocks noGrp="1"/>
          </p:cNvSpPr>
          <p:nvPr>
            <p:ph type="body" sz="quarter" idx="20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2" name="Placeholder classification"/>
          <p:cNvSpPr>
            <a:spLocks noGrp="1"/>
          </p:cNvSpPr>
          <p:nvPr>
            <p:ph type="body" sz="quarter" idx="21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5" name="Diagram placeholder"/>
          <p:cNvSpPr>
            <a:spLocks noGrp="1"/>
          </p:cNvSpPr>
          <p:nvPr>
            <p:ph type="chart" sz="quarter" idx="18"/>
          </p:nvPr>
        </p:nvSpPr>
        <p:spPr bwMode="gray">
          <a:xfrm>
            <a:off x="4663267" y="1543049"/>
            <a:ext cx="7128684" cy="4524375"/>
          </a:xfrm>
          <a:solidFill>
            <a:schemeClr val="bg1">
              <a:lumMod val="85000"/>
              <a:lumOff val="1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diagram</a:t>
            </a:r>
          </a:p>
        </p:txBody>
      </p:sp>
      <p:sp>
        <p:nvSpPr>
          <p:cNvPr id="13" name="Content"/>
          <p:cNvSpPr>
            <a:spLocks noGrp="1"/>
          </p:cNvSpPr>
          <p:nvPr>
            <p:ph type="body" sz="quarter" idx="17" hasCustomPrompt="1"/>
          </p:nvPr>
        </p:nvSpPr>
        <p:spPr>
          <a:xfrm>
            <a:off x="719997" y="3226324"/>
            <a:ext cx="3509103" cy="2107628"/>
          </a:xfrm>
        </p:spPr>
        <p:txBody>
          <a:bodyPr/>
          <a:lstStyle>
            <a:lvl1pPr>
              <a:defRPr sz="1600" b="0" baseline="0">
                <a:latin typeface="+mn-lt"/>
              </a:defRPr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16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4" name="Slide title"/>
          <p:cNvSpPr>
            <a:spLocks noGrp="1"/>
          </p:cNvSpPr>
          <p:nvPr>
            <p:ph type="title" hasCustomPrompt="1"/>
          </p:nvPr>
        </p:nvSpPr>
        <p:spPr>
          <a:xfrm>
            <a:off x="720001" y="2015461"/>
            <a:ext cx="3509100" cy="1210864"/>
          </a:xfrm>
        </p:spPr>
        <p:txBody>
          <a:bodyPr/>
          <a:lstStyle>
            <a:lvl1pPr>
              <a:defRPr sz="3600" baseline="0"/>
            </a:lvl1pPr>
          </a:lstStyle>
          <a:p>
            <a:r>
              <a:rPr lang="en-US" noProof="0"/>
              <a:t>Headline two lines in Corpo A Title Cond. </a:t>
            </a:r>
          </a:p>
        </p:txBody>
      </p:sp>
      <p:sp>
        <p:nvSpPr>
          <p:cNvPr id="23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9955403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33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34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37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38" name="Placeholder classification"/>
          <p:cNvSpPr>
            <a:spLocks noGrp="1"/>
          </p:cNvSpPr>
          <p:nvPr>
            <p:ph type="body" sz="quarter" idx="37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56" name="Image 8"/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997925" y="4043527"/>
            <a:ext cx="27972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58" name="Text 8"/>
          <p:cNvSpPr>
            <a:spLocks noGrp="1"/>
          </p:cNvSpPr>
          <p:nvPr>
            <p:ph type="body" sz="quarter" idx="36" hasCustomPrompt="1"/>
          </p:nvPr>
        </p:nvSpPr>
        <p:spPr>
          <a:xfrm>
            <a:off x="8997925" y="6030280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</a:t>
            </a:r>
          </a:p>
        </p:txBody>
      </p:sp>
      <p:sp>
        <p:nvSpPr>
          <p:cNvPr id="50" name="Image 7"/>
          <p:cNvSpPr>
            <a:spLocks noGrp="1"/>
          </p:cNvSpPr>
          <p:nvPr>
            <p:ph type="body" sz="quarter" idx="28" hasCustomPrompt="1"/>
          </p:nvPr>
        </p:nvSpPr>
        <p:spPr>
          <a:xfrm>
            <a:off x="6130617" y="6030280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</a:t>
            </a:r>
          </a:p>
        </p:txBody>
      </p:sp>
      <p:sp>
        <p:nvSpPr>
          <p:cNvPr id="48" name="Text 7"/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6130616" y="4043527"/>
            <a:ext cx="27972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52" name="Image 6"/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3263308" y="4043527"/>
            <a:ext cx="27972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54" name="Text 6"/>
          <p:cNvSpPr>
            <a:spLocks noGrp="1"/>
          </p:cNvSpPr>
          <p:nvPr>
            <p:ph type="body" sz="quarter" idx="32" hasCustomPrompt="1"/>
          </p:nvPr>
        </p:nvSpPr>
        <p:spPr>
          <a:xfrm>
            <a:off x="3263309" y="6030280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</a:t>
            </a:r>
          </a:p>
        </p:txBody>
      </p:sp>
      <p:sp>
        <p:nvSpPr>
          <p:cNvPr id="36" name="Image 5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396000" y="4044227"/>
            <a:ext cx="27972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6" name="Text 5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1" y="6030980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</a:t>
            </a:r>
          </a:p>
        </p:txBody>
      </p:sp>
      <p:sp>
        <p:nvSpPr>
          <p:cNvPr id="55" name="Image 4"/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8994750" y="1511300"/>
            <a:ext cx="27972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57" name="Text 4"/>
          <p:cNvSpPr>
            <a:spLocks noGrp="1"/>
          </p:cNvSpPr>
          <p:nvPr>
            <p:ph type="body" sz="quarter" idx="35" hasCustomPrompt="1"/>
          </p:nvPr>
        </p:nvSpPr>
        <p:spPr>
          <a:xfrm>
            <a:off x="8996400" y="3500548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</a:t>
            </a:r>
          </a:p>
        </p:txBody>
      </p:sp>
      <p:sp>
        <p:nvSpPr>
          <p:cNvPr id="47" name="Image 3"/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6128500" y="1511300"/>
            <a:ext cx="27972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9" name="Text 3"/>
          <p:cNvSpPr>
            <a:spLocks noGrp="1"/>
          </p:cNvSpPr>
          <p:nvPr>
            <p:ph type="body" sz="quarter" idx="27" hasCustomPrompt="1"/>
          </p:nvPr>
        </p:nvSpPr>
        <p:spPr>
          <a:xfrm>
            <a:off x="6129600" y="3500548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</a:t>
            </a:r>
          </a:p>
        </p:txBody>
      </p:sp>
      <p:sp>
        <p:nvSpPr>
          <p:cNvPr id="51" name="Image 2"/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3262250" y="1511300"/>
            <a:ext cx="27972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53" name="Text 2"/>
          <p:cNvSpPr>
            <a:spLocks noGrp="1"/>
          </p:cNvSpPr>
          <p:nvPr>
            <p:ph type="body" sz="quarter" idx="31" hasCustomPrompt="1"/>
          </p:nvPr>
        </p:nvSpPr>
        <p:spPr>
          <a:xfrm>
            <a:off x="3262800" y="3500548"/>
            <a:ext cx="2797200" cy="324000"/>
          </a:xfrm>
        </p:spPr>
        <p:txBody>
          <a:bodyPr/>
          <a:lstStyle>
            <a:lvl1pPr marL="0" marR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</a:t>
            </a:r>
          </a:p>
        </p:txBody>
      </p:sp>
      <p:sp>
        <p:nvSpPr>
          <p:cNvPr id="35" name="Image 1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0" y="1512000"/>
            <a:ext cx="27972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5" name="Text 1"/>
          <p:cNvSpPr>
            <a:spLocks noGrp="1"/>
          </p:cNvSpPr>
          <p:nvPr>
            <p:ph type="body" sz="quarter" idx="19" hasCustomPrompt="1"/>
          </p:nvPr>
        </p:nvSpPr>
        <p:spPr>
          <a:xfrm>
            <a:off x="396000" y="3501248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</a:t>
            </a:r>
          </a:p>
        </p:txBody>
      </p:sp>
      <p:sp>
        <p:nvSpPr>
          <p:cNvPr id="30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39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41137030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6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27" name="Placeholder other"/>
          <p:cNvSpPr>
            <a:spLocks noGrp="1"/>
          </p:cNvSpPr>
          <p:nvPr>
            <p:ph type="body" sz="quarter" idx="25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8" name="Placeholder confidentialty"/>
          <p:cNvSpPr>
            <a:spLocks noGrp="1"/>
          </p:cNvSpPr>
          <p:nvPr>
            <p:ph type="body" sz="quarter" idx="26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32" name="Placeholder classification"/>
          <p:cNvSpPr>
            <a:spLocks noGrp="1"/>
          </p:cNvSpPr>
          <p:nvPr>
            <p:ph type="body" sz="quarter" idx="27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41" name="Image 6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8035200" y="4044227"/>
            <a:ext cx="37548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9" name="Text 6"/>
          <p:cNvSpPr>
            <a:spLocks noGrp="1"/>
          </p:cNvSpPr>
          <p:nvPr>
            <p:ph type="body" sz="quarter" idx="24" hasCustomPrompt="1"/>
          </p:nvPr>
        </p:nvSpPr>
        <p:spPr>
          <a:xfrm>
            <a:off x="8035200" y="6030980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</a:t>
            </a:r>
          </a:p>
        </p:txBody>
      </p:sp>
      <p:sp>
        <p:nvSpPr>
          <p:cNvPr id="48" name="Text 5"/>
          <p:cNvSpPr>
            <a:spLocks noGrp="1"/>
          </p:cNvSpPr>
          <p:nvPr>
            <p:ph type="body" sz="quarter" idx="23" hasCustomPrompt="1"/>
          </p:nvPr>
        </p:nvSpPr>
        <p:spPr>
          <a:xfrm>
            <a:off x="4215600" y="6030980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</a:t>
            </a:r>
          </a:p>
        </p:txBody>
      </p:sp>
      <p:sp>
        <p:nvSpPr>
          <p:cNvPr id="43" name="Image 5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221337" y="4044227"/>
            <a:ext cx="37548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5" name="Text 4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1" y="6030980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</a:t>
            </a:r>
          </a:p>
        </p:txBody>
      </p:sp>
      <p:sp>
        <p:nvSpPr>
          <p:cNvPr id="39" name="Image 4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396000" y="4044227"/>
            <a:ext cx="37548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7" name="Text 3"/>
          <p:cNvSpPr>
            <a:spLocks noGrp="1"/>
          </p:cNvSpPr>
          <p:nvPr>
            <p:ph type="body" sz="quarter" idx="22" hasCustomPrompt="1"/>
          </p:nvPr>
        </p:nvSpPr>
        <p:spPr>
          <a:xfrm>
            <a:off x="8035200" y="3501248"/>
            <a:ext cx="3754800" cy="324000"/>
          </a:xfrm>
        </p:spPr>
        <p:txBody>
          <a:bodyPr/>
          <a:lstStyle>
            <a:lvl1pPr marL="0" marR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</a:t>
            </a:r>
          </a:p>
        </p:txBody>
      </p:sp>
      <p:sp>
        <p:nvSpPr>
          <p:cNvPr id="40" name="Image 3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8036476" y="1512000"/>
            <a:ext cx="37548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6" name="Text 2"/>
          <p:cNvSpPr>
            <a:spLocks noGrp="1"/>
          </p:cNvSpPr>
          <p:nvPr>
            <p:ph type="body" sz="quarter" idx="21" hasCustomPrompt="1"/>
          </p:nvPr>
        </p:nvSpPr>
        <p:spPr>
          <a:xfrm>
            <a:off x="4215599" y="3501248"/>
            <a:ext cx="3754800" cy="324000"/>
          </a:xfrm>
        </p:spPr>
        <p:txBody>
          <a:bodyPr/>
          <a:lstStyle>
            <a:lvl1pPr marL="0" marR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</a:t>
            </a:r>
          </a:p>
        </p:txBody>
      </p:sp>
      <p:sp>
        <p:nvSpPr>
          <p:cNvPr id="42" name="Image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216238" y="1512000"/>
            <a:ext cx="37548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4" name="Text 1"/>
          <p:cNvSpPr>
            <a:spLocks noGrp="1"/>
          </p:cNvSpPr>
          <p:nvPr>
            <p:ph type="body" sz="quarter" idx="19" hasCustomPrompt="1"/>
          </p:nvPr>
        </p:nvSpPr>
        <p:spPr>
          <a:xfrm>
            <a:off x="395999" y="3501248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aseline="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</a:t>
            </a:r>
          </a:p>
        </p:txBody>
      </p:sp>
      <p:sp>
        <p:nvSpPr>
          <p:cNvPr id="38" name="Image 1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0" y="1512000"/>
            <a:ext cx="37548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29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33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32460718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5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26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9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30" name="Placeholder classification"/>
          <p:cNvSpPr>
            <a:spLocks noGrp="1"/>
          </p:cNvSpPr>
          <p:nvPr>
            <p:ph type="body" sz="quarter" idx="2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42" name="Text 4"/>
          <p:cNvSpPr>
            <a:spLocks noGrp="1"/>
          </p:cNvSpPr>
          <p:nvPr>
            <p:ph type="body" sz="quarter" idx="28" hasCustomPrompt="1"/>
          </p:nvPr>
        </p:nvSpPr>
        <p:spPr>
          <a:xfrm>
            <a:off x="6127200" y="6030280"/>
            <a:ext cx="5666399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</a:t>
            </a:r>
          </a:p>
        </p:txBody>
      </p:sp>
      <p:sp>
        <p:nvSpPr>
          <p:cNvPr id="40" name="Image 4"/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6127200" y="4043527"/>
            <a:ext cx="5666399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38" name="Text 3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2" y="6030980"/>
            <a:ext cx="5666399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</a:t>
            </a:r>
          </a:p>
        </p:txBody>
      </p:sp>
      <p:sp>
        <p:nvSpPr>
          <p:cNvPr id="28" name="Image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396001" y="4044227"/>
            <a:ext cx="5666399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1" name="Text 2"/>
          <p:cNvSpPr>
            <a:spLocks noGrp="1"/>
          </p:cNvSpPr>
          <p:nvPr>
            <p:ph type="body" sz="quarter" idx="27" hasCustomPrompt="1"/>
          </p:nvPr>
        </p:nvSpPr>
        <p:spPr>
          <a:xfrm>
            <a:off x="6127200" y="3500548"/>
            <a:ext cx="5666399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</a:t>
            </a:r>
          </a:p>
        </p:txBody>
      </p:sp>
      <p:sp>
        <p:nvSpPr>
          <p:cNvPr id="39" name="Image 2"/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6128726" y="1511300"/>
            <a:ext cx="5666399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37" name="Text 1"/>
          <p:cNvSpPr>
            <a:spLocks noGrp="1"/>
          </p:cNvSpPr>
          <p:nvPr>
            <p:ph type="body" sz="quarter" idx="19" hasCustomPrompt="1"/>
          </p:nvPr>
        </p:nvSpPr>
        <p:spPr>
          <a:xfrm>
            <a:off x="396001" y="3501248"/>
            <a:ext cx="5666399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</a:t>
            </a:r>
          </a:p>
        </p:txBody>
      </p:sp>
      <p:sp>
        <p:nvSpPr>
          <p:cNvPr id="27" name="Image 1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1" y="1512000"/>
            <a:ext cx="5666399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22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31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3377399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Image-Tex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8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24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5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6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7" name="Text 2"/>
          <p:cNvSpPr>
            <a:spLocks noGrp="1"/>
          </p:cNvSpPr>
          <p:nvPr>
            <p:ph sz="quarter" idx="20" hasCustomPrompt="1"/>
          </p:nvPr>
        </p:nvSpPr>
        <p:spPr>
          <a:xfrm>
            <a:off x="6211276" y="3514724"/>
            <a:ext cx="5580000" cy="29114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Image 2"/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6215126" y="1512000"/>
            <a:ext cx="5579999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5" name="Text 1"/>
          <p:cNvSpPr>
            <a:spLocks noGrp="1"/>
          </p:cNvSpPr>
          <p:nvPr>
            <p:ph sz="quarter" idx="14" hasCustomPrompt="1"/>
          </p:nvPr>
        </p:nvSpPr>
        <p:spPr>
          <a:xfrm>
            <a:off x="395287" y="3514725"/>
            <a:ext cx="5580000" cy="29114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Image 1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1" y="1512000"/>
            <a:ext cx="5579999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27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29197553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18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1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2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9" name="Caption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0" y="6030980"/>
            <a:ext cx="113976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 in 16pt.</a:t>
            </a:r>
          </a:p>
        </p:txBody>
      </p:sp>
      <p:sp>
        <p:nvSpPr>
          <p:cNvPr id="17" name="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0" y="1512001"/>
            <a:ext cx="11397600" cy="4467886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23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33281813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olbox // 8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5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48" name="Placeholder other"/>
          <p:cNvSpPr>
            <a:spLocks noGrp="1"/>
          </p:cNvSpPr>
          <p:nvPr>
            <p:ph type="body" sz="quarter" idx="45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49" name="Placeholder confidentialty"/>
          <p:cNvSpPr>
            <a:spLocks noGrp="1"/>
          </p:cNvSpPr>
          <p:nvPr>
            <p:ph type="body" sz="quarter" idx="46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50" name="Placeholder classification"/>
          <p:cNvSpPr>
            <a:spLocks noGrp="1"/>
          </p:cNvSpPr>
          <p:nvPr>
            <p:ph type="body" sz="quarter" idx="47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cxnSp>
        <p:nvCxnSpPr>
          <p:cNvPr id="113" name="Connecting line 8"/>
          <p:cNvCxnSpPr>
            <a:stCxn id="65" idx="3"/>
            <a:endCxn id="103" idx="1"/>
          </p:cNvCxnSpPr>
          <p:nvPr userDrawn="1"/>
        </p:nvCxnSpPr>
        <p:spPr bwMode="auto">
          <a:xfrm>
            <a:off x="7715607" y="5839401"/>
            <a:ext cx="483064" cy="0"/>
          </a:xfrm>
          <a:prstGeom prst="line">
            <a:avLst/>
          </a:prstGeom>
          <a:ln w="317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ing line 7"/>
          <p:cNvCxnSpPr>
            <a:stCxn id="68" idx="3"/>
            <a:endCxn id="101" idx="1"/>
          </p:cNvCxnSpPr>
          <p:nvPr userDrawn="1"/>
        </p:nvCxnSpPr>
        <p:spPr bwMode="auto">
          <a:xfrm>
            <a:off x="7719176" y="4592301"/>
            <a:ext cx="479495" cy="0"/>
          </a:xfrm>
          <a:prstGeom prst="line">
            <a:avLst/>
          </a:prstGeom>
          <a:ln w="317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ing line 6"/>
          <p:cNvCxnSpPr>
            <a:stCxn id="66" idx="3"/>
            <a:endCxn id="102" idx="1"/>
          </p:cNvCxnSpPr>
          <p:nvPr userDrawn="1"/>
        </p:nvCxnSpPr>
        <p:spPr bwMode="auto">
          <a:xfrm>
            <a:off x="7719176" y="3345201"/>
            <a:ext cx="479495" cy="0"/>
          </a:xfrm>
          <a:prstGeom prst="line">
            <a:avLst/>
          </a:prstGeom>
          <a:ln w="317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ing line 5"/>
          <p:cNvCxnSpPr>
            <a:stCxn id="100" idx="1"/>
            <a:endCxn id="67" idx="3"/>
          </p:cNvCxnSpPr>
          <p:nvPr userDrawn="1"/>
        </p:nvCxnSpPr>
        <p:spPr bwMode="auto">
          <a:xfrm flipH="1">
            <a:off x="7719176" y="2098101"/>
            <a:ext cx="479495" cy="0"/>
          </a:xfrm>
          <a:prstGeom prst="line">
            <a:avLst/>
          </a:prstGeom>
          <a:ln w="317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ing line 4"/>
          <p:cNvCxnSpPr>
            <a:stCxn id="107" idx="3"/>
            <a:endCxn id="91" idx="1"/>
          </p:cNvCxnSpPr>
          <p:nvPr userDrawn="1"/>
        </p:nvCxnSpPr>
        <p:spPr bwMode="auto">
          <a:xfrm>
            <a:off x="3996005" y="5839401"/>
            <a:ext cx="483170" cy="0"/>
          </a:xfrm>
          <a:prstGeom prst="line">
            <a:avLst/>
          </a:prstGeom>
          <a:ln w="317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ing line 3"/>
          <p:cNvCxnSpPr>
            <a:stCxn id="105" idx="3"/>
            <a:endCxn id="90" idx="1"/>
          </p:cNvCxnSpPr>
          <p:nvPr userDrawn="1"/>
        </p:nvCxnSpPr>
        <p:spPr bwMode="auto">
          <a:xfrm>
            <a:off x="3996005" y="4592534"/>
            <a:ext cx="483170" cy="0"/>
          </a:xfrm>
          <a:prstGeom prst="line">
            <a:avLst/>
          </a:prstGeom>
          <a:ln w="317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ing line 2"/>
          <p:cNvCxnSpPr>
            <a:stCxn id="106" idx="3"/>
            <a:endCxn id="89" idx="1"/>
          </p:cNvCxnSpPr>
          <p:nvPr userDrawn="1"/>
        </p:nvCxnSpPr>
        <p:spPr bwMode="auto">
          <a:xfrm>
            <a:off x="3996005" y="3345667"/>
            <a:ext cx="483170" cy="0"/>
          </a:xfrm>
          <a:prstGeom prst="line">
            <a:avLst/>
          </a:prstGeom>
          <a:ln w="317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ing line 1"/>
          <p:cNvCxnSpPr>
            <a:stCxn id="104" idx="3"/>
            <a:endCxn id="88" idx="1"/>
          </p:cNvCxnSpPr>
          <p:nvPr userDrawn="1"/>
        </p:nvCxnSpPr>
        <p:spPr bwMode="auto">
          <a:xfrm>
            <a:off x="3996005" y="2098800"/>
            <a:ext cx="483170" cy="0"/>
          </a:xfrm>
          <a:prstGeom prst="line">
            <a:avLst/>
          </a:prstGeom>
          <a:ln w="317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 16"/>
          <p:cNvSpPr>
            <a:spLocks noGrp="1"/>
          </p:cNvSpPr>
          <p:nvPr>
            <p:ph type="body" sz="quarter" idx="31" hasCustomPrompt="1"/>
          </p:nvPr>
        </p:nvSpPr>
        <p:spPr>
          <a:xfrm>
            <a:off x="9993600" y="5252601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65" name="Text 15"/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6203607" y="5252601"/>
            <a:ext cx="1512000" cy="117360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72000" rIns="72000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103" name="Image 8"/>
          <p:cNvSpPr>
            <a:spLocks noGrp="1" noChangeAspect="1"/>
          </p:cNvSpPr>
          <p:nvPr>
            <p:ph type="pic" sz="quarter" idx="29" hasCustomPrompt="1"/>
          </p:nvPr>
        </p:nvSpPr>
        <p:spPr bwMode="gray">
          <a:xfrm>
            <a:off x="8198671" y="5252601"/>
            <a:ext cx="1692005" cy="1173600"/>
          </a:xfrm>
          <a:solidFill>
            <a:srgbClr val="9F0002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8" name="Text 14"/>
          <p:cNvSpPr>
            <a:spLocks noGrp="1"/>
          </p:cNvSpPr>
          <p:nvPr>
            <p:ph type="body" sz="quarter" idx="32" hasCustomPrompt="1"/>
          </p:nvPr>
        </p:nvSpPr>
        <p:spPr>
          <a:xfrm>
            <a:off x="9993600" y="4005501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68" name="Text 13"/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6207176" y="4005501"/>
            <a:ext cx="1512000" cy="117360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72000" rIns="72000" anchor="ctr" anchorCtr="0"/>
          <a:lstStyle>
            <a:lvl1pPr marL="0" marR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101" name="Image 7"/>
          <p:cNvSpPr>
            <a:spLocks noGrp="1" noChangeAspect="1"/>
          </p:cNvSpPr>
          <p:nvPr>
            <p:ph type="pic" sz="quarter" idx="17" hasCustomPrompt="1"/>
          </p:nvPr>
        </p:nvSpPr>
        <p:spPr bwMode="gray">
          <a:xfrm>
            <a:off x="8198671" y="4005501"/>
            <a:ext cx="1692005" cy="1173600"/>
          </a:xfrm>
          <a:solidFill>
            <a:srgbClr val="9F0002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9" name="Text 12"/>
          <p:cNvSpPr>
            <a:spLocks noGrp="1"/>
          </p:cNvSpPr>
          <p:nvPr>
            <p:ph type="body" sz="quarter" idx="33" hasCustomPrompt="1"/>
          </p:nvPr>
        </p:nvSpPr>
        <p:spPr>
          <a:xfrm>
            <a:off x="9993600" y="2758401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66" name="Text 11"/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6207176" y="2758401"/>
            <a:ext cx="1512000" cy="117360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72000" rIns="72000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102" name="Image 6"/>
          <p:cNvSpPr>
            <a:spLocks noGrp="1" noChangeAspect="1"/>
          </p:cNvSpPr>
          <p:nvPr>
            <p:ph type="pic" sz="quarter" idx="18" hasCustomPrompt="1"/>
          </p:nvPr>
        </p:nvSpPr>
        <p:spPr bwMode="gray">
          <a:xfrm>
            <a:off x="8198671" y="2758401"/>
            <a:ext cx="1692005" cy="1173600"/>
          </a:xfrm>
          <a:solidFill>
            <a:srgbClr val="9F0002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6" name="Text 10"/>
          <p:cNvSpPr>
            <a:spLocks noGrp="1"/>
          </p:cNvSpPr>
          <p:nvPr>
            <p:ph type="body" sz="quarter" idx="30" hasCustomPrompt="1"/>
          </p:nvPr>
        </p:nvSpPr>
        <p:spPr>
          <a:xfrm>
            <a:off x="9993600" y="1511301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67" name="Text 9"/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6207176" y="1511301"/>
            <a:ext cx="1512000" cy="117360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72000" rIns="72000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100" name="Image 5"/>
          <p:cNvSpPr>
            <a:spLocks noGrp="1" noChangeAspect="1"/>
          </p:cNvSpPr>
          <p:nvPr>
            <p:ph type="pic" sz="quarter" idx="11" hasCustomPrompt="1"/>
          </p:nvPr>
        </p:nvSpPr>
        <p:spPr bwMode="gray">
          <a:xfrm>
            <a:off x="8198671" y="1511301"/>
            <a:ext cx="1692005" cy="1173600"/>
          </a:xfrm>
          <a:solidFill>
            <a:srgbClr val="9F0002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1" name="Text 8"/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4479175" y="5252601"/>
            <a:ext cx="1512000" cy="117360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72000" rIns="72000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93" name="Text 7"/>
          <p:cNvSpPr>
            <a:spLocks noGrp="1"/>
          </p:cNvSpPr>
          <p:nvPr>
            <p:ph type="body" sz="quarter" idx="35" hasCustomPrompt="1"/>
          </p:nvPr>
        </p:nvSpPr>
        <p:spPr>
          <a:xfrm>
            <a:off x="396000" y="5252601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107" name="Image 4"/>
          <p:cNvSpPr>
            <a:spLocks noGrp="1" noChangeAspect="1"/>
          </p:cNvSpPr>
          <p:nvPr>
            <p:ph type="pic" sz="quarter" idx="28" hasCustomPrompt="1"/>
          </p:nvPr>
        </p:nvSpPr>
        <p:spPr bwMode="gray">
          <a:xfrm>
            <a:off x="2304000" y="5252601"/>
            <a:ext cx="1692005" cy="1173600"/>
          </a:xfrm>
          <a:solidFill>
            <a:srgbClr val="9F0002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0" name="Text 6"/>
          <p:cNvSpPr>
            <a:spLocks noGrp="1"/>
          </p:cNvSpPr>
          <p:nvPr>
            <p:ph type="body" sz="quarter" idx="39" hasCustomPrompt="1"/>
          </p:nvPr>
        </p:nvSpPr>
        <p:spPr bwMode="gray">
          <a:xfrm>
            <a:off x="4479175" y="4005734"/>
            <a:ext cx="1512000" cy="117360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72000" rIns="72000" anchor="ctr" anchorCtr="0"/>
          <a:lstStyle>
            <a:lvl1pPr marL="0" marR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94" name="Text 5"/>
          <p:cNvSpPr>
            <a:spLocks noGrp="1"/>
          </p:cNvSpPr>
          <p:nvPr>
            <p:ph type="body" sz="quarter" idx="36" hasCustomPrompt="1"/>
          </p:nvPr>
        </p:nvSpPr>
        <p:spPr>
          <a:xfrm>
            <a:off x="396000" y="4005734"/>
            <a:ext cx="1800000" cy="1173600"/>
          </a:xfrm>
        </p:spPr>
        <p:txBody>
          <a:bodyPr anchor="ctr" anchorCtr="0"/>
          <a:lstStyle>
            <a:lvl1pPr marL="0" marR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105" name="Image  3"/>
          <p:cNvSpPr>
            <a:spLocks noGrp="1" noChangeAspect="1"/>
          </p:cNvSpPr>
          <p:nvPr>
            <p:ph type="pic" sz="quarter" idx="12" hasCustomPrompt="1"/>
          </p:nvPr>
        </p:nvSpPr>
        <p:spPr bwMode="gray">
          <a:xfrm>
            <a:off x="2304000" y="4005734"/>
            <a:ext cx="1692005" cy="1173600"/>
          </a:xfrm>
          <a:solidFill>
            <a:srgbClr val="9F0002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89" name="Text 4"/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4479175" y="2758867"/>
            <a:ext cx="1512000" cy="117360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72000" rIns="72000" anchor="ctr" anchorCtr="0"/>
          <a:lstStyle>
            <a:lvl1pPr marL="0" marR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95" name="Text 3"/>
          <p:cNvSpPr>
            <a:spLocks noGrp="1"/>
          </p:cNvSpPr>
          <p:nvPr>
            <p:ph type="body" sz="quarter" idx="37" hasCustomPrompt="1"/>
          </p:nvPr>
        </p:nvSpPr>
        <p:spPr>
          <a:xfrm>
            <a:off x="396000" y="2758867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106" name="Image 2"/>
          <p:cNvSpPr>
            <a:spLocks noGrp="1" noChangeAspect="1"/>
          </p:cNvSpPr>
          <p:nvPr>
            <p:ph type="pic" sz="quarter" idx="14" hasCustomPrompt="1"/>
          </p:nvPr>
        </p:nvSpPr>
        <p:spPr bwMode="gray">
          <a:xfrm>
            <a:off x="2304000" y="2758867"/>
            <a:ext cx="1692005" cy="1173600"/>
          </a:xfrm>
          <a:solidFill>
            <a:srgbClr val="9F0002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88" name="Text 2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479175" y="1512000"/>
            <a:ext cx="1512000" cy="117360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72000" rIns="72000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92" name="Text 1"/>
          <p:cNvSpPr>
            <a:spLocks noGrp="1"/>
          </p:cNvSpPr>
          <p:nvPr>
            <p:ph type="body" sz="quarter" idx="34" hasCustomPrompt="1"/>
          </p:nvPr>
        </p:nvSpPr>
        <p:spPr>
          <a:xfrm>
            <a:off x="396000" y="1512000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aseline="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104" name="Image 1"/>
          <p:cNvSpPr>
            <a:spLocks noGrp="1" noChangeAspect="1"/>
          </p:cNvSpPr>
          <p:nvPr>
            <p:ph type="pic" sz="quarter" idx="10" hasCustomPrompt="1"/>
          </p:nvPr>
        </p:nvSpPr>
        <p:spPr bwMode="gray">
          <a:xfrm>
            <a:off x="2304000" y="1512000"/>
            <a:ext cx="1692005" cy="1173600"/>
          </a:xfrm>
          <a:solidFill>
            <a:srgbClr val="9F0002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69" name="Slide title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52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40503724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38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39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40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41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49" name="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024337" y="2757600"/>
            <a:ext cx="6148800" cy="2421734"/>
          </a:xfrm>
          <a:solidFill>
            <a:srgbClr val="9F0002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2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53" name="Line 12"/>
          <p:cNvSpPr>
            <a:spLocks noGrp="1" noChangeAspect="1"/>
          </p:cNvSpPr>
          <p:nvPr>
            <p:ph type="body" sz="quarter" idx="58" hasCustomPrompt="1"/>
          </p:nvPr>
        </p:nvSpPr>
        <p:spPr>
          <a:xfrm rot="11041244">
            <a:off x="2483054" y="3144224"/>
            <a:ext cx="2204126" cy="80242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995888"/>
              <a:gd name="connsiteY0" fmla="*/ 35294 h 109067"/>
              <a:gd name="connsiteX1" fmla="*/ 36219 w 2995888"/>
              <a:gd name="connsiteY1" fmla="*/ 73396 h 109067"/>
              <a:gd name="connsiteX2" fmla="*/ 0 w 2995888"/>
              <a:gd name="connsiteY2" fmla="*/ 37306 h 109067"/>
              <a:gd name="connsiteX3" fmla="*/ 35816 w 2995888"/>
              <a:gd name="connsiteY3" fmla="*/ 8 h 109067"/>
              <a:gd name="connsiteX4" fmla="*/ 73065 w 2995888"/>
              <a:gd name="connsiteY4" fmla="*/ 35540 h 109067"/>
              <a:gd name="connsiteX5" fmla="*/ 2995888 w 2995888"/>
              <a:gd name="connsiteY5" fmla="*/ 109067 h 109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95888" h="109067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2995888" y="109067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54" name="Line 11"/>
          <p:cNvSpPr>
            <a:spLocks noGrp="1" noChangeAspect="1"/>
          </p:cNvSpPr>
          <p:nvPr>
            <p:ph type="body" sz="quarter" idx="59" hasCustomPrompt="1"/>
          </p:nvPr>
        </p:nvSpPr>
        <p:spPr>
          <a:xfrm rot="10320000">
            <a:off x="2608500" y="4603312"/>
            <a:ext cx="3267222" cy="79333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995888"/>
              <a:gd name="connsiteY0" fmla="*/ 35294 h 109067"/>
              <a:gd name="connsiteX1" fmla="*/ 36219 w 2995888"/>
              <a:gd name="connsiteY1" fmla="*/ 73396 h 109067"/>
              <a:gd name="connsiteX2" fmla="*/ 0 w 2995888"/>
              <a:gd name="connsiteY2" fmla="*/ 37306 h 109067"/>
              <a:gd name="connsiteX3" fmla="*/ 35816 w 2995888"/>
              <a:gd name="connsiteY3" fmla="*/ 8 h 109067"/>
              <a:gd name="connsiteX4" fmla="*/ 73065 w 2995888"/>
              <a:gd name="connsiteY4" fmla="*/ 35540 h 109067"/>
              <a:gd name="connsiteX5" fmla="*/ 2995888 w 2995888"/>
              <a:gd name="connsiteY5" fmla="*/ 109067 h 109067"/>
              <a:gd name="connsiteX0" fmla="*/ 72839 w 4440867"/>
              <a:gd name="connsiteY0" fmla="*/ 35294 h 107831"/>
              <a:gd name="connsiteX1" fmla="*/ 36219 w 4440867"/>
              <a:gd name="connsiteY1" fmla="*/ 73396 h 107831"/>
              <a:gd name="connsiteX2" fmla="*/ 0 w 4440867"/>
              <a:gd name="connsiteY2" fmla="*/ 37306 h 107831"/>
              <a:gd name="connsiteX3" fmla="*/ 35816 w 4440867"/>
              <a:gd name="connsiteY3" fmla="*/ 8 h 107831"/>
              <a:gd name="connsiteX4" fmla="*/ 73065 w 4440867"/>
              <a:gd name="connsiteY4" fmla="*/ 35540 h 107831"/>
              <a:gd name="connsiteX5" fmla="*/ 4440867 w 4440867"/>
              <a:gd name="connsiteY5" fmla="*/ 107831 h 10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40867" h="107831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4440867" y="107831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50" name="Line 10"/>
          <p:cNvSpPr>
            <a:spLocks noGrp="1" noChangeAspect="1"/>
          </p:cNvSpPr>
          <p:nvPr>
            <p:ph type="body" sz="quarter" idx="67" hasCustomPrompt="1"/>
          </p:nvPr>
        </p:nvSpPr>
        <p:spPr>
          <a:xfrm rot="9427937">
            <a:off x="2425691" y="5284427"/>
            <a:ext cx="1909937" cy="91569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596021"/>
              <a:gd name="connsiteY0" fmla="*/ 35294 h 124463"/>
              <a:gd name="connsiteX1" fmla="*/ 36219 w 2596021"/>
              <a:gd name="connsiteY1" fmla="*/ 73396 h 124463"/>
              <a:gd name="connsiteX2" fmla="*/ 0 w 2596021"/>
              <a:gd name="connsiteY2" fmla="*/ 37306 h 124463"/>
              <a:gd name="connsiteX3" fmla="*/ 35816 w 2596021"/>
              <a:gd name="connsiteY3" fmla="*/ 8 h 124463"/>
              <a:gd name="connsiteX4" fmla="*/ 73065 w 2596021"/>
              <a:gd name="connsiteY4" fmla="*/ 35540 h 124463"/>
              <a:gd name="connsiteX5" fmla="*/ 2596020 w 2596021"/>
              <a:gd name="connsiteY5" fmla="*/ 124462 h 12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6021" h="124463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2596020" y="124462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58" name="Line 9"/>
          <p:cNvSpPr>
            <a:spLocks noGrp="1" noChangeAspect="1"/>
          </p:cNvSpPr>
          <p:nvPr>
            <p:ph type="body" sz="quarter" idx="63" hasCustomPrompt="1"/>
          </p:nvPr>
        </p:nvSpPr>
        <p:spPr>
          <a:xfrm rot="17090839" flipH="1" flipV="1">
            <a:off x="4827733" y="5382220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55" name="Line 8"/>
          <p:cNvSpPr>
            <a:spLocks noGrp="1" noChangeAspect="1"/>
          </p:cNvSpPr>
          <p:nvPr>
            <p:ph type="body" sz="quarter" idx="60" hasCustomPrompt="1"/>
          </p:nvPr>
        </p:nvSpPr>
        <p:spPr>
          <a:xfrm rot="3540000">
            <a:off x="5861589" y="4897309"/>
            <a:ext cx="1909937" cy="91569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596021"/>
              <a:gd name="connsiteY0" fmla="*/ 35294 h 124463"/>
              <a:gd name="connsiteX1" fmla="*/ 36219 w 2596021"/>
              <a:gd name="connsiteY1" fmla="*/ 73396 h 124463"/>
              <a:gd name="connsiteX2" fmla="*/ 0 w 2596021"/>
              <a:gd name="connsiteY2" fmla="*/ 37306 h 124463"/>
              <a:gd name="connsiteX3" fmla="*/ 35816 w 2596021"/>
              <a:gd name="connsiteY3" fmla="*/ 8 h 124463"/>
              <a:gd name="connsiteX4" fmla="*/ 73065 w 2596021"/>
              <a:gd name="connsiteY4" fmla="*/ 35540 h 124463"/>
              <a:gd name="connsiteX5" fmla="*/ 2596020 w 2596021"/>
              <a:gd name="connsiteY5" fmla="*/ 124462 h 12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6021" h="124463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2596020" y="124462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61" name="Line 7"/>
          <p:cNvSpPr>
            <a:spLocks noGrp="1" noChangeAspect="1"/>
          </p:cNvSpPr>
          <p:nvPr>
            <p:ph type="body" sz="quarter" idx="66" hasCustomPrompt="1"/>
          </p:nvPr>
        </p:nvSpPr>
        <p:spPr>
          <a:xfrm rot="2851924">
            <a:off x="6698739" y="4854467"/>
            <a:ext cx="3267222" cy="79333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995888"/>
              <a:gd name="connsiteY0" fmla="*/ 35294 h 109067"/>
              <a:gd name="connsiteX1" fmla="*/ 36219 w 2995888"/>
              <a:gd name="connsiteY1" fmla="*/ 73396 h 109067"/>
              <a:gd name="connsiteX2" fmla="*/ 0 w 2995888"/>
              <a:gd name="connsiteY2" fmla="*/ 37306 h 109067"/>
              <a:gd name="connsiteX3" fmla="*/ 35816 w 2995888"/>
              <a:gd name="connsiteY3" fmla="*/ 8 h 109067"/>
              <a:gd name="connsiteX4" fmla="*/ 73065 w 2995888"/>
              <a:gd name="connsiteY4" fmla="*/ 35540 h 109067"/>
              <a:gd name="connsiteX5" fmla="*/ 2995888 w 2995888"/>
              <a:gd name="connsiteY5" fmla="*/ 109067 h 109067"/>
              <a:gd name="connsiteX0" fmla="*/ 72839 w 4440867"/>
              <a:gd name="connsiteY0" fmla="*/ 35294 h 107831"/>
              <a:gd name="connsiteX1" fmla="*/ 36219 w 4440867"/>
              <a:gd name="connsiteY1" fmla="*/ 73396 h 107831"/>
              <a:gd name="connsiteX2" fmla="*/ 0 w 4440867"/>
              <a:gd name="connsiteY2" fmla="*/ 37306 h 107831"/>
              <a:gd name="connsiteX3" fmla="*/ 35816 w 4440867"/>
              <a:gd name="connsiteY3" fmla="*/ 8 h 107831"/>
              <a:gd name="connsiteX4" fmla="*/ 73065 w 4440867"/>
              <a:gd name="connsiteY4" fmla="*/ 35540 h 107831"/>
              <a:gd name="connsiteX5" fmla="*/ 4440867 w 4440867"/>
              <a:gd name="connsiteY5" fmla="*/ 107831 h 10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40867" h="107831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4440867" y="107831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59" name="Line 6"/>
          <p:cNvSpPr>
            <a:spLocks noGrp="1" noChangeAspect="1"/>
          </p:cNvSpPr>
          <p:nvPr>
            <p:ph type="body" sz="quarter" idx="64" hasCustomPrompt="1"/>
          </p:nvPr>
        </p:nvSpPr>
        <p:spPr>
          <a:xfrm rot="12243241" flipH="1" flipV="1">
            <a:off x="8587331" y="4580694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60" name="Line 5"/>
          <p:cNvSpPr>
            <a:spLocks noGrp="1" noChangeAspect="1"/>
          </p:cNvSpPr>
          <p:nvPr>
            <p:ph type="body" sz="quarter" idx="65" hasCustomPrompt="1"/>
          </p:nvPr>
        </p:nvSpPr>
        <p:spPr>
          <a:xfrm rot="10046435" flipH="1" flipV="1">
            <a:off x="8610544" y="3345727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51" name="Line 4"/>
          <p:cNvSpPr>
            <a:spLocks noGrp="1" noChangeAspect="1"/>
          </p:cNvSpPr>
          <p:nvPr>
            <p:ph type="body" sz="quarter" idx="56" hasCustomPrompt="1"/>
          </p:nvPr>
        </p:nvSpPr>
        <p:spPr>
          <a:xfrm rot="17090839">
            <a:off x="7964704" y="2808900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52" name="Line 3"/>
          <p:cNvSpPr>
            <a:spLocks noGrp="1" noChangeAspect="1"/>
          </p:cNvSpPr>
          <p:nvPr>
            <p:ph type="body" sz="quarter" idx="57" hasCustomPrompt="1"/>
          </p:nvPr>
        </p:nvSpPr>
        <p:spPr>
          <a:xfrm rot="18468895">
            <a:off x="6090519" y="2581063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57" name="Line 2"/>
          <p:cNvSpPr>
            <a:spLocks noGrp="1" noChangeAspect="1"/>
          </p:cNvSpPr>
          <p:nvPr>
            <p:ph type="body" sz="quarter" idx="62" hasCustomPrompt="1"/>
          </p:nvPr>
        </p:nvSpPr>
        <p:spPr>
          <a:xfrm rot="13889278">
            <a:off x="4708703" y="2520680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56" name="Line 1"/>
          <p:cNvSpPr>
            <a:spLocks noGrp="1" noChangeAspect="1"/>
          </p:cNvSpPr>
          <p:nvPr>
            <p:ph type="body" sz="quarter" idx="61" hasCustomPrompt="1"/>
          </p:nvPr>
        </p:nvSpPr>
        <p:spPr>
          <a:xfrm rot="12197832">
            <a:off x="2201247" y="2579449"/>
            <a:ext cx="3267222" cy="79333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995888"/>
              <a:gd name="connsiteY0" fmla="*/ 35294 h 109067"/>
              <a:gd name="connsiteX1" fmla="*/ 36219 w 2995888"/>
              <a:gd name="connsiteY1" fmla="*/ 73396 h 109067"/>
              <a:gd name="connsiteX2" fmla="*/ 0 w 2995888"/>
              <a:gd name="connsiteY2" fmla="*/ 37306 h 109067"/>
              <a:gd name="connsiteX3" fmla="*/ 35816 w 2995888"/>
              <a:gd name="connsiteY3" fmla="*/ 8 h 109067"/>
              <a:gd name="connsiteX4" fmla="*/ 73065 w 2995888"/>
              <a:gd name="connsiteY4" fmla="*/ 35540 h 109067"/>
              <a:gd name="connsiteX5" fmla="*/ 2995888 w 2995888"/>
              <a:gd name="connsiteY5" fmla="*/ 109067 h 109067"/>
              <a:gd name="connsiteX0" fmla="*/ 72839 w 4440867"/>
              <a:gd name="connsiteY0" fmla="*/ 35294 h 107831"/>
              <a:gd name="connsiteX1" fmla="*/ 36219 w 4440867"/>
              <a:gd name="connsiteY1" fmla="*/ 73396 h 107831"/>
              <a:gd name="connsiteX2" fmla="*/ 0 w 4440867"/>
              <a:gd name="connsiteY2" fmla="*/ 37306 h 107831"/>
              <a:gd name="connsiteX3" fmla="*/ 35816 w 4440867"/>
              <a:gd name="connsiteY3" fmla="*/ 8 h 107831"/>
              <a:gd name="connsiteX4" fmla="*/ 73065 w 4440867"/>
              <a:gd name="connsiteY4" fmla="*/ 35540 h 107831"/>
              <a:gd name="connsiteX5" fmla="*/ 4440867 w 4440867"/>
              <a:gd name="connsiteY5" fmla="*/ 107831 h 10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40867" h="107831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4440867" y="107831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71" name="Text 12"/>
          <p:cNvSpPr>
            <a:spLocks noGrp="1"/>
          </p:cNvSpPr>
          <p:nvPr>
            <p:ph type="body" sz="quarter" idx="48" hasCustomPrompt="1"/>
          </p:nvPr>
        </p:nvSpPr>
        <p:spPr bwMode="gray">
          <a:xfrm>
            <a:off x="396000" y="2758867"/>
            <a:ext cx="25560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72" name="Text 11"/>
          <p:cNvSpPr>
            <a:spLocks noGrp="1"/>
          </p:cNvSpPr>
          <p:nvPr>
            <p:ph type="body" sz="quarter" idx="49" hasCustomPrompt="1"/>
          </p:nvPr>
        </p:nvSpPr>
        <p:spPr bwMode="gray">
          <a:xfrm>
            <a:off x="396000" y="4005735"/>
            <a:ext cx="25560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67" name="Text 10"/>
          <p:cNvSpPr>
            <a:spLocks noGrp="1"/>
          </p:cNvSpPr>
          <p:nvPr>
            <p:ph type="body" sz="quarter" idx="53" hasCustomPrompt="1"/>
          </p:nvPr>
        </p:nvSpPr>
        <p:spPr bwMode="gray">
          <a:xfrm>
            <a:off x="396000" y="5252601"/>
            <a:ext cx="37548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marR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68" name="Text 9"/>
          <p:cNvSpPr>
            <a:spLocks noGrp="1"/>
          </p:cNvSpPr>
          <p:nvPr>
            <p:ph type="body" sz="quarter" idx="54" hasCustomPrompt="1"/>
          </p:nvPr>
        </p:nvSpPr>
        <p:spPr bwMode="gray">
          <a:xfrm>
            <a:off x="4223026" y="5252601"/>
            <a:ext cx="18396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69" name="Text 8"/>
          <p:cNvSpPr>
            <a:spLocks noGrp="1"/>
          </p:cNvSpPr>
          <p:nvPr>
            <p:ph type="body" sz="quarter" idx="55" hasCustomPrompt="1"/>
          </p:nvPr>
        </p:nvSpPr>
        <p:spPr bwMode="gray">
          <a:xfrm>
            <a:off x="6134851" y="5252601"/>
            <a:ext cx="18396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78" name="Text 7"/>
          <p:cNvSpPr>
            <a:spLocks noGrp="1"/>
          </p:cNvSpPr>
          <p:nvPr>
            <p:ph type="body" sz="quarter" idx="52" hasCustomPrompt="1"/>
          </p:nvPr>
        </p:nvSpPr>
        <p:spPr bwMode="gray">
          <a:xfrm>
            <a:off x="8046675" y="5252601"/>
            <a:ext cx="3744602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76" name="Text 6"/>
          <p:cNvSpPr>
            <a:spLocks noGrp="1"/>
          </p:cNvSpPr>
          <p:nvPr>
            <p:ph type="body" sz="quarter" idx="51" hasCustomPrompt="1"/>
          </p:nvPr>
        </p:nvSpPr>
        <p:spPr bwMode="gray">
          <a:xfrm>
            <a:off x="9245474" y="4010671"/>
            <a:ext cx="2545802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marR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74" name="Text 5"/>
          <p:cNvSpPr>
            <a:spLocks noGrp="1"/>
          </p:cNvSpPr>
          <p:nvPr>
            <p:ph type="body" sz="quarter" idx="50" hasCustomPrompt="1"/>
          </p:nvPr>
        </p:nvSpPr>
        <p:spPr bwMode="gray">
          <a:xfrm>
            <a:off x="9245474" y="2763803"/>
            <a:ext cx="2546476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73" name="Text 4"/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8046674" y="1516936"/>
            <a:ext cx="3748451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77" name="Text 3"/>
          <p:cNvSpPr>
            <a:spLocks noGrp="1"/>
          </p:cNvSpPr>
          <p:nvPr>
            <p:ph type="body" sz="quarter" idx="47" hasCustomPrompt="1"/>
          </p:nvPr>
        </p:nvSpPr>
        <p:spPr bwMode="gray">
          <a:xfrm>
            <a:off x="6134851" y="1516936"/>
            <a:ext cx="18396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marR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79" name="Text 2"/>
          <p:cNvSpPr>
            <a:spLocks noGrp="1"/>
          </p:cNvSpPr>
          <p:nvPr>
            <p:ph type="body" sz="quarter" idx="46" hasCustomPrompt="1"/>
          </p:nvPr>
        </p:nvSpPr>
        <p:spPr bwMode="gray">
          <a:xfrm>
            <a:off x="4223026" y="1516936"/>
            <a:ext cx="18396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70" name="Text 1"/>
          <p:cNvSpPr>
            <a:spLocks noGrp="1"/>
          </p:cNvSpPr>
          <p:nvPr>
            <p:ph type="body" sz="quarter" idx="34" hasCustomPrompt="1"/>
          </p:nvPr>
        </p:nvSpPr>
        <p:spPr bwMode="gray">
          <a:xfrm>
            <a:off x="396000" y="1516936"/>
            <a:ext cx="37548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62" name="Slide title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45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4259434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8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2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9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8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6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4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7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9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0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5" orient="horz" pos="4047">
          <p15:clr>
            <a:srgbClr val="A4A3A4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1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22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3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4" name="Placeholder classification"/>
          <p:cNvSpPr>
            <a:spLocks noGrp="1"/>
          </p:cNvSpPr>
          <p:nvPr>
            <p:ph type="body" sz="quarter" idx="34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40" name="Text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222800" y="2313542"/>
            <a:ext cx="7569150" cy="32047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38" name="Text 7"/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396000" y="5122242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Highlight in Corpo S Text Light</a:t>
            </a:r>
          </a:p>
        </p:txBody>
      </p:sp>
      <p:sp>
        <p:nvSpPr>
          <p:cNvPr id="28" name="Text 6"/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396000" y="4654128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Highlight in Corpo S Text Light</a:t>
            </a:r>
          </a:p>
        </p:txBody>
      </p:sp>
      <p:sp>
        <p:nvSpPr>
          <p:cNvPr id="29" name="Text 5"/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396000" y="4186011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Highlight in Corpo S Text Light</a:t>
            </a:r>
          </a:p>
        </p:txBody>
      </p:sp>
      <p:sp>
        <p:nvSpPr>
          <p:cNvPr id="37" name="Text 4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96000" y="3717893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Highlight in Corpo S Text Light</a:t>
            </a:r>
          </a:p>
        </p:txBody>
      </p:sp>
      <p:sp>
        <p:nvSpPr>
          <p:cNvPr id="39" name="Text 3"/>
          <p:cNvSpPr>
            <a:spLocks noGrp="1"/>
          </p:cNvSpPr>
          <p:nvPr>
            <p:ph type="body" sz="quarter" idx="31" hasCustomPrompt="1"/>
          </p:nvPr>
        </p:nvSpPr>
        <p:spPr bwMode="gray">
          <a:xfrm>
            <a:off x="396000" y="3249776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Highlight in Corpo S Text Light</a:t>
            </a:r>
          </a:p>
        </p:txBody>
      </p:sp>
      <p:sp>
        <p:nvSpPr>
          <p:cNvPr id="36" name="Text 2"/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396000" y="2782243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Highlight in Corpo S Text Light</a:t>
            </a:r>
          </a:p>
        </p:txBody>
      </p:sp>
      <p:sp>
        <p:nvSpPr>
          <p:cNvPr id="35" name="Text 1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96000" y="2313543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Highlight in Corpo S Text Light</a:t>
            </a:r>
          </a:p>
        </p:txBody>
      </p:sp>
      <p:sp>
        <p:nvSpPr>
          <p:cNvPr id="32" name="Slide title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27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4378912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ictur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3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74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75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76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1" name="Spacing" hidden="1"/>
          <p:cNvSpPr/>
          <p:nvPr userDrawn="1"/>
        </p:nvSpPr>
        <p:spPr>
          <a:xfrm>
            <a:off x="395880" y="1511767"/>
            <a:ext cx="11399452" cy="3895508"/>
          </a:xfrm>
          <a:prstGeom prst="rect">
            <a:avLst/>
          </a:prstGeom>
          <a:solidFill>
            <a:schemeClr val="accent1"/>
          </a:solidFill>
          <a:ln w="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ct val="108000"/>
              </a:lnSpc>
              <a:spcAft>
                <a:spcPts val="1008"/>
              </a:spcAft>
            </a:pPr>
            <a:endParaRPr lang="de-DE" sz="2000"/>
          </a:p>
        </p:txBody>
      </p:sp>
      <p:sp>
        <p:nvSpPr>
          <p:cNvPr id="86" name="Caption"/>
          <p:cNvSpPr>
            <a:spLocks noGrp="1"/>
          </p:cNvSpPr>
          <p:nvPr>
            <p:ph type="body" sz="quarter" idx="12" hasCustomPrompt="1"/>
          </p:nvPr>
        </p:nvSpPr>
        <p:spPr>
          <a:xfrm>
            <a:off x="395288" y="5436002"/>
            <a:ext cx="11397600" cy="990200"/>
          </a:xfrm>
        </p:spPr>
        <p:txBody>
          <a:bodyPr/>
          <a:lstStyle>
            <a:lvl1pPr>
              <a:spcAft>
                <a:spcPts val="0"/>
              </a:spcAft>
              <a:defRPr/>
            </a:lvl1pPr>
            <a:lvl2pPr marL="0" indent="0">
              <a:spcAft>
                <a:spcPts val="0"/>
              </a:spcAft>
              <a:buNone/>
              <a:defRPr/>
            </a:lvl2pPr>
            <a:lvl3pPr>
              <a:spcAft>
                <a:spcPts val="0"/>
              </a:spcAft>
              <a:defRPr/>
            </a:lvl3pPr>
            <a:lvl4pPr>
              <a:spcAft>
                <a:spcPts val="0"/>
              </a:spcAft>
              <a:defRPr/>
            </a:lvl4pPr>
            <a:lvl5pPr>
              <a:spcAft>
                <a:spcPts val="0"/>
              </a:spcAft>
              <a:defRPr/>
            </a:lvl5pPr>
            <a:lvl6pPr>
              <a:spcAft>
                <a:spcPts val="0"/>
              </a:spcAft>
              <a:defRPr/>
            </a:lvl6pPr>
            <a:lvl7pPr>
              <a:spcAft>
                <a:spcPts val="0"/>
              </a:spcAft>
              <a:defRPr/>
            </a:lvl7pPr>
            <a:lvl8pPr>
              <a:spcAft>
                <a:spcPts val="0"/>
              </a:spcAft>
              <a:defRPr/>
            </a:lvl8pPr>
            <a:lvl9pPr>
              <a:spcAft>
                <a:spcPts val="0"/>
              </a:spcAft>
              <a:defRPr/>
            </a:lvl9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</p:txBody>
      </p:sp>
      <p:sp>
        <p:nvSpPr>
          <p:cNvPr id="100" name="Image 11"/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8046676" y="3495677"/>
            <a:ext cx="3747600" cy="191113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4" name="Image 10"/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6134151" y="4486747"/>
            <a:ext cx="1841010" cy="92006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7" name="Image 9"/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4222402" y="4486747"/>
            <a:ext cx="1839600" cy="92006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2" name="Image 8"/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4222402" y="2503829"/>
            <a:ext cx="3752492" cy="1910916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0" name="Image 7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95288" y="3495677"/>
            <a:ext cx="3753557" cy="191113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2" name="Image 6"/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9954000" y="1511768"/>
            <a:ext cx="1839600" cy="191259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1" name="Image 5"/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8046677" y="1511768"/>
            <a:ext cx="1839600" cy="191259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3" name="Image 4"/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6133884" y="1511768"/>
            <a:ext cx="1841010" cy="92006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4" name="Image 3"/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4222502" y="1511768"/>
            <a:ext cx="1839600" cy="92006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88" name="Image 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2308466" y="1511768"/>
            <a:ext cx="1842252" cy="191259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image2</a:t>
            </a:r>
          </a:p>
        </p:txBody>
      </p:sp>
      <p:sp>
        <p:nvSpPr>
          <p:cNvPr id="87" name="Image 1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396885" y="1511768"/>
            <a:ext cx="1838802" cy="191259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image1</a:t>
            </a:r>
          </a:p>
        </p:txBody>
      </p:sp>
      <p:sp>
        <p:nvSpPr>
          <p:cNvPr id="84" name="Slide title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77" name="Optional chapter heading"/>
          <p:cNvSpPr>
            <a:spLocks noGrp="1"/>
          </p:cNvSpPr>
          <p:nvPr>
            <p:ph type="body" sz="quarter" idx="37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410141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icture with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2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73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74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75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1" name="Spacing" hidden="1"/>
          <p:cNvSpPr/>
          <p:nvPr userDrawn="1"/>
        </p:nvSpPr>
        <p:spPr>
          <a:xfrm>
            <a:off x="395880" y="1511767"/>
            <a:ext cx="11399452" cy="3895508"/>
          </a:xfrm>
          <a:prstGeom prst="rect">
            <a:avLst/>
          </a:prstGeom>
          <a:solidFill>
            <a:schemeClr val="accent1"/>
          </a:solidFill>
          <a:ln w="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ct val="108000"/>
              </a:lnSpc>
              <a:spcAft>
                <a:spcPts val="1008"/>
              </a:spcAft>
            </a:pPr>
            <a:endParaRPr lang="de-DE" sz="2000"/>
          </a:p>
        </p:txBody>
      </p:sp>
      <p:sp>
        <p:nvSpPr>
          <p:cNvPr id="84" name="Caption"/>
          <p:cNvSpPr>
            <a:spLocks noGrp="1"/>
          </p:cNvSpPr>
          <p:nvPr>
            <p:ph type="body" sz="quarter" idx="12" hasCustomPrompt="1"/>
          </p:nvPr>
        </p:nvSpPr>
        <p:spPr>
          <a:xfrm>
            <a:off x="395288" y="5436002"/>
            <a:ext cx="11397600" cy="990200"/>
          </a:xfrm>
        </p:spPr>
        <p:txBody>
          <a:bodyPr/>
          <a:lstStyle>
            <a:lvl1pPr>
              <a:spcAft>
                <a:spcPts val="0"/>
              </a:spcAft>
              <a:defRPr/>
            </a:lvl1pPr>
            <a:lvl2pPr>
              <a:spcAft>
                <a:spcPts val="0"/>
              </a:spcAft>
              <a:defRPr/>
            </a:lvl2pPr>
            <a:lvl3pPr>
              <a:spcAft>
                <a:spcPts val="0"/>
              </a:spcAft>
              <a:defRPr/>
            </a:lvl3pPr>
            <a:lvl4pPr>
              <a:spcAft>
                <a:spcPts val="0"/>
              </a:spcAft>
              <a:defRPr/>
            </a:lvl4pPr>
            <a:lvl5pPr>
              <a:spcAft>
                <a:spcPts val="0"/>
              </a:spcAft>
              <a:defRPr/>
            </a:lvl5pPr>
            <a:lvl6pPr>
              <a:spcAft>
                <a:spcPts val="0"/>
              </a:spcAft>
              <a:defRPr/>
            </a:lvl6pPr>
            <a:lvl7pPr>
              <a:spcAft>
                <a:spcPts val="0"/>
              </a:spcAft>
              <a:defRPr/>
            </a:lvl7pPr>
            <a:lvl8pPr>
              <a:spcAft>
                <a:spcPts val="0"/>
              </a:spcAft>
              <a:defRPr/>
            </a:lvl8pPr>
            <a:lvl9pPr>
              <a:spcAft>
                <a:spcPts val="0"/>
              </a:spcAft>
              <a:defRPr/>
            </a:lvl9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</p:txBody>
      </p:sp>
      <p:sp>
        <p:nvSpPr>
          <p:cNvPr id="92" name="Image 9"/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8046676" y="3495677"/>
            <a:ext cx="3747600" cy="191113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88" name="Image 8"/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6134151" y="3495677"/>
            <a:ext cx="1841010" cy="191113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0" name="Image 7"/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4222402" y="3495677"/>
            <a:ext cx="1839600" cy="191113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87" name="Image 6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95288" y="3495677"/>
            <a:ext cx="3753557" cy="191113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7" name="Image 5"/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9957600" y="1511768"/>
            <a:ext cx="1839600" cy="191259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4" name="Image 4"/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8046677" y="1511768"/>
            <a:ext cx="1839600" cy="191259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0" name="Image 3"/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4222501" y="1511768"/>
            <a:ext cx="3752659" cy="191259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86" name="Image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2308466" y="1511768"/>
            <a:ext cx="1842252" cy="191259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2</a:t>
            </a: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85" name="Image 1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396885" y="1511768"/>
            <a:ext cx="1838802" cy="191259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83" name="Slide title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79" name="Optional chapter heading"/>
          <p:cNvSpPr>
            <a:spLocks noGrp="1"/>
          </p:cNvSpPr>
          <p:nvPr>
            <p:ph type="body" sz="quarter" idx="37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965270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1">
          <p15:clr>
            <a:srgbClr val="A4A3A4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picture with tex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52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53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05" name="Image 5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4619700"/>
            <a:ext cx="6062917" cy="2239123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9" name="Image 4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135175" y="4619700"/>
            <a:ext cx="2995459" cy="22383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8" name="Image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35175" y="1155600"/>
            <a:ext cx="2995717" cy="33921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6" name="Image 2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9203151" y="-824"/>
            <a:ext cx="2995201" cy="6858824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7" name="Image 1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135175" y="0"/>
            <a:ext cx="2995717" cy="1083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11" name="Text"/>
          <p:cNvSpPr>
            <a:spLocks noGrp="1"/>
          </p:cNvSpPr>
          <p:nvPr>
            <p:ph type="body" sz="quarter" idx="20" hasCustomPrompt="1"/>
          </p:nvPr>
        </p:nvSpPr>
        <p:spPr>
          <a:xfrm>
            <a:off x="395289" y="1512000"/>
            <a:ext cx="5508000" cy="29493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0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55080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</a:t>
            </a:r>
          </a:p>
        </p:txBody>
      </p:sp>
      <p:sp>
        <p:nvSpPr>
          <p:cNvPr id="54" name="Optional chapter heading"/>
          <p:cNvSpPr>
            <a:spLocks noGrp="1"/>
          </p:cNvSpPr>
          <p:nvPr>
            <p:ph type="body" sz="quarter" idx="21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  <p:sp>
        <p:nvSpPr>
          <p:cNvPr id="13" name="Rechteck 12"/>
          <p:cNvSpPr/>
          <p:nvPr userDrawn="1"/>
        </p:nvSpPr>
        <p:spPr>
          <a:xfrm>
            <a:off x="2" y="7106733"/>
            <a:ext cx="12191998" cy="8395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r>
              <a:rPr lang="en-US" sz="1600" noProof="0">
                <a:solidFill>
                  <a:schemeClr val="accent6"/>
                </a:solidFill>
              </a:rPr>
              <a:t>Important note:</a:t>
            </a:r>
            <a:r>
              <a:rPr lang="en-US" sz="1600" noProof="0">
                <a:solidFill>
                  <a:srgbClr val="FFFFFF"/>
                </a:solidFill>
              </a:rPr>
              <a:t> The following sample slides use the Mercedes-Benz pattern. For trademark reasons, this may only be used in combination with the Mercedes star. Therefore, always use a title or closing slide that contains the Mercedes star.</a:t>
            </a:r>
          </a:p>
          <a:p>
            <a:endParaRPr lang="en-US" sz="1600" noProof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123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Image 6"/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6135175" y="5776781"/>
            <a:ext cx="2995717" cy="1083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23" name="Image 5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35175" y="2309400"/>
            <a:ext cx="2995717" cy="3393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1" name="Image 4"/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2312682"/>
            <a:ext cx="6062400" cy="45477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2" name="Image 3"/>
          <p:cNvSpPr>
            <a:spLocks noGrp="1"/>
          </p:cNvSpPr>
          <p:nvPr>
            <p:ph type="pic" sz="quarter" idx="22" hasCustomPrompt="1"/>
          </p:nvPr>
        </p:nvSpPr>
        <p:spPr bwMode="ltGray">
          <a:xfrm>
            <a:off x="9203151" y="2381"/>
            <a:ext cx="2995201" cy="685800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4" name="Image 2"/>
          <p:cNvSpPr>
            <a:spLocks noGrp="1"/>
          </p:cNvSpPr>
          <p:nvPr>
            <p:ph type="pic" sz="quarter" idx="23" hasCustomPrompt="1"/>
          </p:nvPr>
        </p:nvSpPr>
        <p:spPr bwMode="ltGray">
          <a:xfrm>
            <a:off x="6135175" y="2381"/>
            <a:ext cx="2995717" cy="22383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5" name="Image 1"/>
          <p:cNvSpPr>
            <a:spLocks noGrp="1"/>
          </p:cNvSpPr>
          <p:nvPr>
            <p:ph type="pic" sz="quarter" idx="24" hasCustomPrompt="1"/>
          </p:nvPr>
        </p:nvSpPr>
        <p:spPr bwMode="ltGray">
          <a:xfrm>
            <a:off x="0" y="2381"/>
            <a:ext cx="6062400" cy="22383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8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49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57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37" name="Slide title"/>
          <p:cNvSpPr>
            <a:spLocks noGrp="1"/>
          </p:cNvSpPr>
          <p:nvPr>
            <p:ph type="title" hasCustomPrompt="1"/>
          </p:nvPr>
        </p:nvSpPr>
        <p:spPr bwMode="auto">
          <a:xfrm>
            <a:off x="395289" y="368300"/>
            <a:ext cx="11397600" cy="1016000"/>
          </a:xfrm>
          <a:noFill/>
        </p:spPr>
        <p:txBody>
          <a:bodyPr/>
          <a:lstStyle>
            <a:lvl1pPr>
              <a:defRPr sz="30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12" name="Rechteck 11"/>
          <p:cNvSpPr/>
          <p:nvPr userDrawn="1"/>
        </p:nvSpPr>
        <p:spPr>
          <a:xfrm>
            <a:off x="2" y="7106733"/>
            <a:ext cx="12191998" cy="8395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r>
              <a:rPr lang="en-US" sz="1600" noProof="0">
                <a:solidFill>
                  <a:schemeClr val="accent6"/>
                </a:solidFill>
              </a:rPr>
              <a:t>Important note:</a:t>
            </a:r>
            <a:r>
              <a:rPr lang="en-US" sz="1600" noProof="0">
                <a:solidFill>
                  <a:srgbClr val="FFFFFF"/>
                </a:solidFill>
              </a:rPr>
              <a:t> The following sample slides use the Mercedes-Benz pattern. For trademark reasons, this may only be used in combination with the Mercedes star. Therefore, always use a title or closing slide that contains the Mercedes star.</a:t>
            </a:r>
          </a:p>
          <a:p>
            <a:endParaRPr lang="en-US" sz="1600" noProof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065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Image 7"/>
          <p:cNvSpPr>
            <a:spLocks noGrp="1"/>
          </p:cNvSpPr>
          <p:nvPr>
            <p:ph type="pic" sz="quarter" idx="17" hasCustomPrompt="1"/>
          </p:nvPr>
        </p:nvSpPr>
        <p:spPr bwMode="ltGray">
          <a:xfrm>
            <a:off x="9203151" y="4619700"/>
            <a:ext cx="2995199" cy="22383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22" name="Image 6"/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6135951" y="5774400"/>
            <a:ext cx="2994942" cy="1083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25" name="Image 5"/>
          <p:cNvSpPr>
            <a:spLocks noGrp="1"/>
          </p:cNvSpPr>
          <p:nvPr>
            <p:ph type="pic" sz="quarter" idx="16" hasCustomPrompt="1"/>
          </p:nvPr>
        </p:nvSpPr>
        <p:spPr bwMode="ltGray">
          <a:xfrm>
            <a:off x="9203151" y="1155600"/>
            <a:ext cx="2995199" cy="33921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23" name="Image 4"/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35951" y="2309400"/>
            <a:ext cx="2994942" cy="3393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21" name="Image 3"/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9203151" y="0"/>
            <a:ext cx="2995201" cy="1083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24" name="Image 2"/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35951" y="0"/>
            <a:ext cx="2994684" cy="22383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20" name="Image 1"/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2381"/>
            <a:ext cx="6062400" cy="685800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38" name="Slide title"/>
          <p:cNvSpPr>
            <a:spLocks noGrp="1"/>
          </p:cNvSpPr>
          <p:nvPr>
            <p:ph type="title" hasCustomPrompt="1"/>
          </p:nvPr>
        </p:nvSpPr>
        <p:spPr bwMode="ltGray">
          <a:xfrm>
            <a:off x="395289" y="368300"/>
            <a:ext cx="11397600" cy="1016000"/>
          </a:xfrm>
          <a:noFill/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43" name="Placeholder other"/>
          <p:cNvSpPr>
            <a:spLocks noGrp="1"/>
          </p:cNvSpPr>
          <p:nvPr>
            <p:ph type="body" sz="quarter" idx="18" hasCustomPrompt="1"/>
          </p:nvPr>
        </p:nvSpPr>
        <p:spPr bwMode="ltGray"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45" name="Placeholder confidentialty"/>
          <p:cNvSpPr>
            <a:spLocks noGrp="1"/>
          </p:cNvSpPr>
          <p:nvPr>
            <p:ph type="body" sz="quarter" idx="19" hasCustomPrompt="1"/>
          </p:nvPr>
        </p:nvSpPr>
        <p:spPr bwMode="ltGray"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46" name="Placeholder classification"/>
          <p:cNvSpPr>
            <a:spLocks noGrp="1"/>
          </p:cNvSpPr>
          <p:nvPr>
            <p:ph type="body" sz="quarter" idx="20" hasCustomPrompt="1"/>
          </p:nvPr>
        </p:nvSpPr>
        <p:spPr bwMode="ltGray"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3" name="Rechteck 12"/>
          <p:cNvSpPr/>
          <p:nvPr userDrawn="1"/>
        </p:nvSpPr>
        <p:spPr>
          <a:xfrm>
            <a:off x="2" y="7106733"/>
            <a:ext cx="12191998" cy="8395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r>
              <a:rPr lang="en-US" sz="1600" noProof="0">
                <a:solidFill>
                  <a:schemeClr val="accent6"/>
                </a:solidFill>
              </a:rPr>
              <a:t>Important note:</a:t>
            </a:r>
            <a:r>
              <a:rPr lang="en-US" sz="1600" noProof="0">
                <a:solidFill>
                  <a:srgbClr val="FFFFFF"/>
                </a:solidFill>
              </a:rPr>
              <a:t> The following sample slides use the Mercedes-Benz pattern. For trademark reasons, this may only be used in combination with the Mercedes star. Therefore, always use a title or closing slide that contains the Mercedes star.</a:t>
            </a:r>
          </a:p>
          <a:p>
            <a:endParaRPr lang="en-US" sz="1600" noProof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006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cree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Image"/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1" y="1"/>
            <a:ext cx="12193200" cy="6858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2" name="Placeholder other"/>
          <p:cNvSpPr>
            <a:spLocks noGrp="1"/>
          </p:cNvSpPr>
          <p:nvPr>
            <p:ph type="body" sz="quarter" idx="17" hasCustomPrompt="1"/>
          </p:nvPr>
        </p:nvSpPr>
        <p:spPr bwMode="ltGray"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3" name="Placeholder confidentialty"/>
          <p:cNvSpPr>
            <a:spLocks noGrp="1"/>
          </p:cNvSpPr>
          <p:nvPr>
            <p:ph type="body" sz="quarter" idx="18" hasCustomPrompt="1"/>
          </p:nvPr>
        </p:nvSpPr>
        <p:spPr bwMode="ltGray"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14" name="Placeholder classification"/>
          <p:cNvSpPr>
            <a:spLocks noGrp="1"/>
          </p:cNvSpPr>
          <p:nvPr>
            <p:ph type="body" sz="quarter" idx="19" hasCustomPrompt="1"/>
          </p:nvPr>
        </p:nvSpPr>
        <p:spPr bwMode="ltGray"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43" name="Slide title"/>
          <p:cNvSpPr>
            <a:spLocks noGrp="1"/>
          </p:cNvSpPr>
          <p:nvPr>
            <p:ph type="title" hasCustomPrompt="1"/>
          </p:nvPr>
        </p:nvSpPr>
        <p:spPr bwMode="ltGray">
          <a:xfrm>
            <a:off x="395289" y="368300"/>
            <a:ext cx="11397600" cy="1016000"/>
          </a:xfrm>
          <a:noFill/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7" name="Rechteck 6"/>
          <p:cNvSpPr/>
          <p:nvPr userDrawn="1"/>
        </p:nvSpPr>
        <p:spPr>
          <a:xfrm>
            <a:off x="2" y="7106733"/>
            <a:ext cx="12191998" cy="8395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r>
              <a:rPr lang="en-US" sz="1600" noProof="0">
                <a:solidFill>
                  <a:schemeClr val="accent6"/>
                </a:solidFill>
              </a:rPr>
              <a:t>Important note:</a:t>
            </a:r>
            <a:r>
              <a:rPr lang="en-US" sz="1600" noProof="0">
                <a:solidFill>
                  <a:srgbClr val="FFFFFF"/>
                </a:solidFill>
              </a:rPr>
              <a:t> The following sample slides use the Mercedes-Benz pattern. For trademark reasons, this may only be used in combination with the Mercedes star. Therefore, always use a title or closing slide that contains the Mercedes star.</a:t>
            </a:r>
          </a:p>
          <a:p>
            <a:endParaRPr lang="en-US" sz="1600" noProof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83933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edes-Benz Pattern //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ackground image with Mercedes-Benz Pattern" title="Background image with Mercedes-Benz pattern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Word mark Mercedes-Benz" title="Mercedes-Benz word mark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96000" y="6613200"/>
            <a:ext cx="1188000" cy="148997"/>
          </a:xfrm>
          <a:prstGeom prst="rect">
            <a:avLst/>
          </a:prstGeom>
        </p:spPr>
      </p:pic>
      <p:sp>
        <p:nvSpPr>
          <p:cNvPr id="18" name="Placeholder other"/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1" name="Placeholder confidentialty"/>
          <p:cNvSpPr>
            <a:spLocks noGrp="1"/>
          </p:cNvSpPr>
          <p:nvPr>
            <p:ph type="body" sz="quarter" idx="46" hasCustomPrompt="1"/>
          </p:nvPr>
        </p:nvSpPr>
        <p:spPr bwMode="gray"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2" name="Placeholder classification"/>
          <p:cNvSpPr>
            <a:spLocks noGrp="1"/>
          </p:cNvSpPr>
          <p:nvPr>
            <p:ph type="body" sz="quarter" idx="47" hasCustomPrompt="1"/>
          </p:nvPr>
        </p:nvSpPr>
        <p:spPr bwMode="gray"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6" name="Slide number"/>
          <p:cNvSpPr>
            <a:spLocks noGrp="1"/>
          </p:cNvSpPr>
          <p:nvPr>
            <p:ph type="sldNum" sz="quarter" idx="4"/>
          </p:nvPr>
        </p:nvSpPr>
        <p:spPr bwMode="gray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"/>
          <p:cNvSpPr>
            <a:spLocks noGrp="1"/>
          </p:cNvSpPr>
          <p:nvPr>
            <p:ph type="ftr" sz="quarter" idx="3"/>
          </p:nvPr>
        </p:nvSpPr>
        <p:spPr bwMode="gray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15" name="Text placeholder"/>
          <p:cNvSpPr>
            <a:spLocks noGrp="1"/>
          </p:cNvSpPr>
          <p:nvPr>
            <p:ph sz="quarter" idx="14" hasCustomPrompt="1"/>
          </p:nvPr>
        </p:nvSpPr>
        <p:spPr bwMode="gray">
          <a:xfrm>
            <a:off x="395289" y="1511301"/>
            <a:ext cx="11396662" cy="4914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 hasCustomPrompt="1"/>
          </p:nvPr>
        </p:nvSpPr>
        <p:spPr bwMode="gray"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11" name="Optional chapter heading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4008035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edes-Benz Pattern // 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ackground image with Mercedes-Benz Pattern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>
          <a:xfrm>
            <a:off x="33" y="-1"/>
            <a:ext cx="12193521" cy="6858001"/>
          </a:xfrm>
          <a:prstGeom prst="rect">
            <a:avLst/>
          </a:prstGeom>
        </p:spPr>
      </p:pic>
      <p:pic>
        <p:nvPicPr>
          <p:cNvPr id="14" name="Background with Mercedes star and word mark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33" y="0"/>
            <a:ext cx="12193521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Placeholder other"/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1" name="Placeholder confidentialty"/>
          <p:cNvSpPr>
            <a:spLocks noGrp="1"/>
          </p:cNvSpPr>
          <p:nvPr>
            <p:ph type="body" sz="quarter" idx="46" hasCustomPrompt="1"/>
          </p:nvPr>
        </p:nvSpPr>
        <p:spPr bwMode="gray"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2" name="Placeholder classification"/>
          <p:cNvSpPr>
            <a:spLocks noGrp="1"/>
          </p:cNvSpPr>
          <p:nvPr>
            <p:ph type="body" sz="quarter" idx="47" hasCustomPrompt="1"/>
          </p:nvPr>
        </p:nvSpPr>
        <p:spPr bwMode="gray"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5" name="Text placeholder"/>
          <p:cNvSpPr>
            <a:spLocks noGrp="1"/>
          </p:cNvSpPr>
          <p:nvPr>
            <p:ph sz="quarter" idx="14" hasCustomPrompt="1"/>
          </p:nvPr>
        </p:nvSpPr>
        <p:spPr bwMode="gray">
          <a:xfrm>
            <a:off x="395289" y="1511301"/>
            <a:ext cx="11396662" cy="4914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 hasCustomPrompt="1"/>
          </p:nvPr>
        </p:nvSpPr>
        <p:spPr bwMode="gray"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11" name="Optional chapter heading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457453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edes-Benz Pattern // Chapter delimi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ackground image" title="Background image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2862" y="303"/>
            <a:ext cx="12189138" cy="6857697"/>
          </a:xfrm>
          <a:prstGeom prst="rect">
            <a:avLst/>
          </a:prstGeom>
        </p:spPr>
      </p:pic>
      <p:pic>
        <p:nvPicPr>
          <p:cNvPr id="24" name="Word mark Mercedes-Benz" title="Mercedes-Benz word mark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96000" y="6613200"/>
            <a:ext cx="1188000" cy="148997"/>
          </a:xfrm>
          <a:prstGeom prst="rect">
            <a:avLst/>
          </a:prstGeom>
        </p:spPr>
      </p:pic>
      <p:sp>
        <p:nvSpPr>
          <p:cNvPr id="18" name="Placeholder other"/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1" name="Placeholder confidentialty"/>
          <p:cNvSpPr>
            <a:spLocks noGrp="1"/>
          </p:cNvSpPr>
          <p:nvPr>
            <p:ph type="body" sz="quarter" idx="46" hasCustomPrompt="1"/>
          </p:nvPr>
        </p:nvSpPr>
        <p:spPr bwMode="gray"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2" name="Placeholder classification"/>
          <p:cNvSpPr>
            <a:spLocks noGrp="1"/>
          </p:cNvSpPr>
          <p:nvPr>
            <p:ph type="body" sz="quarter" idx="47" hasCustomPrompt="1"/>
          </p:nvPr>
        </p:nvSpPr>
        <p:spPr bwMode="gray"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0" name="Slide number"/>
          <p:cNvSpPr>
            <a:spLocks noGrp="1"/>
          </p:cNvSpPr>
          <p:nvPr>
            <p:ph type="sldNum" sz="quarter" idx="4"/>
          </p:nvPr>
        </p:nvSpPr>
        <p:spPr bwMode="gray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"/>
          <p:cNvSpPr>
            <a:spLocks noGrp="1"/>
          </p:cNvSpPr>
          <p:nvPr>
            <p:ph type="ftr" sz="quarter" idx="3"/>
          </p:nvPr>
        </p:nvSpPr>
        <p:spPr bwMode="gray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15" name="Text placeholder"/>
          <p:cNvSpPr>
            <a:spLocks noGrp="1"/>
          </p:cNvSpPr>
          <p:nvPr>
            <p:ph sz="quarter" idx="14" hasCustomPrompt="1"/>
          </p:nvPr>
        </p:nvSpPr>
        <p:spPr bwMode="gray">
          <a:xfrm>
            <a:off x="1440000" y="3132000"/>
            <a:ext cx="4644000" cy="20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 hasCustomPrompt="1"/>
          </p:nvPr>
        </p:nvSpPr>
        <p:spPr bwMode="gray">
          <a:xfrm>
            <a:off x="1440000" y="1512000"/>
            <a:ext cx="4644000" cy="100836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noProof="0"/>
              <a:t>Headline</a:t>
            </a:r>
            <a:br>
              <a:rPr lang="en-US" noProof="0"/>
            </a:br>
            <a:endParaRPr lang="en-US" noProof="0"/>
          </a:p>
        </p:txBody>
      </p:sp>
      <p:sp>
        <p:nvSpPr>
          <p:cNvPr id="11" name="Optional chapter heading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4475348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edes-Benz Pattern //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ackground image with Mercedes-Benz Pattern" title="Background image with Mercedes-Benz Pattern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1429" y="0"/>
            <a:ext cx="12189141" cy="6858000"/>
          </a:xfrm>
          <a:prstGeom prst="rect">
            <a:avLst/>
          </a:prstGeom>
        </p:spPr>
      </p:pic>
      <p:pic>
        <p:nvPicPr>
          <p:cNvPr id="12" name="Word mark Mercedes-Benz" title="Mercedes-Benz word mark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96000" y="6613200"/>
            <a:ext cx="1188000" cy="148997"/>
          </a:xfrm>
          <a:prstGeom prst="rect">
            <a:avLst/>
          </a:prstGeom>
        </p:spPr>
      </p:pic>
      <p:sp>
        <p:nvSpPr>
          <p:cNvPr id="18" name="Placeholder other"/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1" name="Placeholder confidentialty"/>
          <p:cNvSpPr>
            <a:spLocks noGrp="1"/>
          </p:cNvSpPr>
          <p:nvPr>
            <p:ph type="body" sz="quarter" idx="46" hasCustomPrompt="1"/>
          </p:nvPr>
        </p:nvSpPr>
        <p:spPr bwMode="gray"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2" name="Placeholder classification"/>
          <p:cNvSpPr>
            <a:spLocks noGrp="1"/>
          </p:cNvSpPr>
          <p:nvPr>
            <p:ph type="body" sz="quarter" idx="47" hasCustomPrompt="1"/>
          </p:nvPr>
        </p:nvSpPr>
        <p:spPr bwMode="gray"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6" name="Slide number"/>
          <p:cNvSpPr>
            <a:spLocks noGrp="1"/>
          </p:cNvSpPr>
          <p:nvPr>
            <p:ph type="sldNum" sz="quarter" idx="4"/>
          </p:nvPr>
        </p:nvSpPr>
        <p:spPr bwMode="gray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"/>
          <p:cNvSpPr>
            <a:spLocks noGrp="1"/>
          </p:cNvSpPr>
          <p:nvPr>
            <p:ph type="ftr" sz="quarter" idx="3"/>
          </p:nvPr>
        </p:nvSpPr>
        <p:spPr bwMode="gray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15" name="Text placeholder"/>
          <p:cNvSpPr>
            <a:spLocks noGrp="1"/>
          </p:cNvSpPr>
          <p:nvPr>
            <p:ph sz="quarter" idx="14" hasCustomPrompt="1"/>
          </p:nvPr>
        </p:nvSpPr>
        <p:spPr bwMode="gray">
          <a:xfrm>
            <a:off x="395289" y="1511301"/>
            <a:ext cx="11396662" cy="4914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 hasCustomPrompt="1"/>
          </p:nvPr>
        </p:nvSpPr>
        <p:spPr bwMode="gray"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11" name="Optional chapter heading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4322930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edes-Benz Pattern //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Background image with Mercedes-Benz Pattern" title="Background image with Mercedes-Benz Pattern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1429" y="0"/>
            <a:ext cx="12189140" cy="6858000"/>
          </a:xfrm>
          <a:prstGeom prst="rect">
            <a:avLst/>
          </a:prstGeom>
        </p:spPr>
      </p:pic>
      <p:pic>
        <p:nvPicPr>
          <p:cNvPr id="12" name="Word mark Mercedes-Benz" title="Mercedes-Benz word mark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96000" y="6613200"/>
            <a:ext cx="1188000" cy="148997"/>
          </a:xfrm>
          <a:prstGeom prst="rect">
            <a:avLst/>
          </a:prstGeom>
        </p:spPr>
      </p:pic>
      <p:sp>
        <p:nvSpPr>
          <p:cNvPr id="18" name="Placeholder other"/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1" name="Placeholder confidentialty"/>
          <p:cNvSpPr>
            <a:spLocks noGrp="1"/>
          </p:cNvSpPr>
          <p:nvPr>
            <p:ph type="body" sz="quarter" idx="46" hasCustomPrompt="1"/>
          </p:nvPr>
        </p:nvSpPr>
        <p:spPr bwMode="gray"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2" name="Placeholder classification"/>
          <p:cNvSpPr>
            <a:spLocks noGrp="1"/>
          </p:cNvSpPr>
          <p:nvPr>
            <p:ph type="body" sz="quarter" idx="47" hasCustomPrompt="1"/>
          </p:nvPr>
        </p:nvSpPr>
        <p:spPr bwMode="gray"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6" name="Slide number"/>
          <p:cNvSpPr>
            <a:spLocks noGrp="1"/>
          </p:cNvSpPr>
          <p:nvPr>
            <p:ph type="sldNum" sz="quarter" idx="4"/>
          </p:nvPr>
        </p:nvSpPr>
        <p:spPr bwMode="gray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"/>
          <p:cNvSpPr>
            <a:spLocks noGrp="1"/>
          </p:cNvSpPr>
          <p:nvPr>
            <p:ph type="ftr" sz="quarter" idx="3"/>
          </p:nvPr>
        </p:nvSpPr>
        <p:spPr bwMode="gray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15" name="Text placeholder"/>
          <p:cNvSpPr>
            <a:spLocks noGrp="1"/>
          </p:cNvSpPr>
          <p:nvPr>
            <p:ph sz="quarter" idx="14" hasCustomPrompt="1"/>
          </p:nvPr>
        </p:nvSpPr>
        <p:spPr bwMode="gray">
          <a:xfrm>
            <a:off x="395289" y="1511301"/>
            <a:ext cx="11396662" cy="4914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 hasCustomPrompt="1"/>
          </p:nvPr>
        </p:nvSpPr>
        <p:spPr bwMode="gray"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11" name="Optional chapter heading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8192052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liennummernplatzhalt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999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999"/>
            </a:lvl2pPr>
            <a:lvl3pPr marL="0" indent="0" algn="l">
              <a:spcBef>
                <a:spcPts val="0"/>
              </a:spcBef>
              <a:defRPr sz="999"/>
            </a:lvl3pPr>
            <a:lvl4pPr marL="0" indent="0" algn="l">
              <a:spcBef>
                <a:spcPts val="0"/>
              </a:spcBef>
              <a:defRPr sz="999"/>
            </a:lvl4pPr>
            <a:lvl5pPr marL="0" indent="0" algn="l">
              <a:spcBef>
                <a:spcPts val="0"/>
              </a:spcBef>
              <a:defRPr sz="999"/>
            </a:lvl5pPr>
            <a:lvl6pPr marL="0" indent="0" algn="l">
              <a:spcBef>
                <a:spcPts val="0"/>
              </a:spcBef>
              <a:defRPr sz="999"/>
            </a:lvl6pPr>
            <a:lvl7pPr marL="0" indent="0" algn="l">
              <a:spcBef>
                <a:spcPts val="0"/>
              </a:spcBef>
              <a:defRPr sz="999"/>
            </a:lvl7pPr>
            <a:lvl8pPr marL="0" indent="0" algn="l">
              <a:spcBef>
                <a:spcPts val="0"/>
              </a:spcBef>
              <a:defRPr sz="999"/>
            </a:lvl8pPr>
            <a:lvl9pPr marL="0" indent="0" algn="l">
              <a:spcBef>
                <a:spcPts val="0"/>
              </a:spcBef>
              <a:defRPr sz="999"/>
            </a:lvl9pPr>
          </a:lstStyle>
          <a:p>
            <a:fld id="{AD1D1349-391B-44DC-865F-5996B3E40F2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Optionale Kapitelüberschrift">
            <a:extLst>
              <a:ext uri="{FF2B5EF4-FFF2-40B4-BE49-F238E27FC236}">
                <a16:creationId xmlns:a16="http://schemas.microsoft.com/office/drawing/2014/main" id="{A43D181E-6CF7-4455-BD7B-DA7E74389F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8" y="122628"/>
            <a:ext cx="5508000" cy="220274"/>
          </a:xfrm>
        </p:spPr>
        <p:txBody>
          <a:bodyPr wrap="none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999" cap="all" baseline="0">
                <a:latin typeface="MB Corpo S Text Office" panose="020B05040500000000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9pPr>
          </a:lstStyle>
          <a:p>
            <a:pPr lvl="0"/>
            <a:r>
              <a:rPr lang="en-GB" noProof="0"/>
              <a:t>Optional chapter heading</a:t>
            </a:r>
          </a:p>
        </p:txBody>
      </p:sp>
      <p:sp>
        <p:nvSpPr>
          <p:cNvPr id="13" name="Optionale Kapitelüberschrift">
            <a:extLst>
              <a:ext uri="{FF2B5EF4-FFF2-40B4-BE49-F238E27FC236}">
                <a16:creationId xmlns:a16="http://schemas.microsoft.com/office/drawing/2014/main" id="{7A5FCE8C-5C26-477C-8A7A-D868456CBB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84889" y="122628"/>
            <a:ext cx="5508000" cy="220274"/>
          </a:xfrm>
        </p:spPr>
        <p:txBody>
          <a:bodyPr/>
          <a:lstStyle>
            <a:lvl1pPr marL="0" indent="0" algn="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999" cap="none" baseline="0">
                <a:latin typeface="MB Corpo S Text Office" panose="020B05040500000000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9pPr>
          </a:lstStyle>
          <a:p>
            <a:pPr lvl="0"/>
            <a:r>
              <a:rPr lang="de-DE" noProof="0"/>
              <a:t>Source &amp; Creator</a:t>
            </a:r>
          </a:p>
        </p:txBody>
      </p:sp>
      <p:sp>
        <p:nvSpPr>
          <p:cNvPr id="17" name="Fußzeilenplatzhalter">
            <a:extLst>
              <a:ext uri="{FF2B5EF4-FFF2-40B4-BE49-F238E27FC236}">
                <a16:creationId xmlns:a16="http://schemas.microsoft.com/office/drawing/2014/main" id="{1E477480-812E-42B4-83BB-4B9DB269A6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999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999"/>
            </a:lvl2pPr>
            <a:lvl3pPr marL="0" indent="0" algn="r">
              <a:spcBef>
                <a:spcPts val="0"/>
              </a:spcBef>
              <a:defRPr sz="999"/>
            </a:lvl3pPr>
            <a:lvl4pPr marL="0" indent="0" algn="r">
              <a:spcBef>
                <a:spcPts val="0"/>
              </a:spcBef>
              <a:defRPr sz="999"/>
            </a:lvl4pPr>
            <a:lvl5pPr marL="0" indent="0" algn="r">
              <a:spcBef>
                <a:spcPts val="0"/>
              </a:spcBef>
              <a:defRPr sz="999"/>
            </a:lvl5pPr>
            <a:lvl6pPr marL="0" indent="0" algn="r">
              <a:spcBef>
                <a:spcPts val="0"/>
              </a:spcBef>
              <a:defRPr sz="999"/>
            </a:lvl6pPr>
            <a:lvl7pPr marL="0" indent="0" algn="r">
              <a:spcBef>
                <a:spcPts val="0"/>
              </a:spcBef>
              <a:defRPr sz="999"/>
            </a:lvl7pPr>
            <a:lvl8pPr marL="0" indent="0" algn="r">
              <a:spcBef>
                <a:spcPts val="0"/>
              </a:spcBef>
              <a:defRPr sz="999"/>
            </a:lvl8pPr>
            <a:lvl9pPr marL="0" indent="0" algn="r">
              <a:spcBef>
                <a:spcPts val="0"/>
              </a:spcBef>
              <a:defRPr sz="999"/>
            </a:lvl9pPr>
          </a:lstStyle>
          <a:p>
            <a:pPr lvl="0">
              <a:defRPr/>
            </a:pPr>
            <a:r>
              <a:rPr lang="en-GB">
                <a:solidFill>
                  <a:prstClr val="white"/>
                </a:solidFill>
              </a:rPr>
              <a:t>Regional Differences in Luxury | March 2021 | MS/MSB &amp; AMQ</a:t>
            </a:r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Folientitel">
            <a:extLst>
              <a:ext uri="{FF2B5EF4-FFF2-40B4-BE49-F238E27FC236}">
                <a16:creationId xmlns:a16="http://schemas.microsoft.com/office/drawing/2014/main" id="{3FE53E9A-0E69-4239-8557-BB36B4F085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95289" y="368300"/>
            <a:ext cx="11397600" cy="1016000"/>
          </a:xfrm>
          <a:noFill/>
        </p:spPr>
        <p:txBody>
          <a:bodyPr/>
          <a:lstStyle>
            <a:lvl1pPr>
              <a:defRPr sz="3198"/>
            </a:lvl1pPr>
          </a:lstStyle>
          <a:p>
            <a:r>
              <a:rPr lang="en-GB" noProof="0"/>
              <a:t>Headline on two lines in Corpo A Title Condensed 32 pt. </a:t>
            </a:r>
            <a:br>
              <a:rPr lang="en-GB" noProof="0"/>
            </a:br>
            <a:r>
              <a:rPr lang="en-GB" noProof="0"/>
              <a:t>Lorem ipsum dolor sit amet.</a:t>
            </a:r>
          </a:p>
        </p:txBody>
      </p:sp>
    </p:spTree>
    <p:extLst>
      <p:ext uri="{BB962C8B-B14F-4D97-AF65-F5344CB8AC3E}">
        <p14:creationId xmlns:p14="http://schemas.microsoft.com/office/powerpoint/2010/main" val="2199281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CF2C9-EE49-47C2-B9EB-D3AC2B08C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7EE6D0-2594-46E3-9287-BA25C4183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4EB27-0ECE-4E7F-B12E-B4F57256BA48}" type="datetime1">
              <a:rPr lang="en-GB" smtClean="0"/>
              <a:t>15/08/2026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745D3E-F564-4E6F-B68A-B13E4AC6E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Proprietary × conﬁdential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FEF3B3-E8F7-485E-871F-5F7162A30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89A3D-C6C4-4521-AE7D-4749D53E61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0899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image" Target="../media/image1.emf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Word mark Mercedes-Benz" title="Word mark Mercedes-Benz"/>
          <p:cNvPicPr>
            <a:picLocks noChangeAspect="1"/>
          </p:cNvPicPr>
          <p:nvPr/>
        </p:nvPicPr>
        <p:blipFill>
          <a:blip r:embed="rId5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396000" y="6613200"/>
            <a:ext cx="1188000" cy="148997"/>
          </a:xfrm>
          <a:prstGeom prst="rect">
            <a:avLst/>
          </a:prstGeom>
        </p:spPr>
      </p:pic>
      <p:sp>
        <p:nvSpPr>
          <p:cNvPr id="60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9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Example slides | Mercedes-Benz | July 2021</a:t>
            </a:r>
          </a:p>
        </p:txBody>
      </p:sp>
      <p:sp>
        <p:nvSpPr>
          <p:cNvPr id="18" name="Placeholder other markers"/>
          <p:cNvSpPr txBox="1">
            <a:spLocks/>
          </p:cNvSpPr>
          <p:nvPr userDrawn="1"/>
        </p:nvSpPr>
        <p:spPr>
          <a:xfrm>
            <a:off x="6966059" y="2381"/>
            <a:ext cx="936000" cy="306000"/>
          </a:xfrm>
          <a:prstGeom prst="rect">
            <a:avLst/>
          </a:prstGeom>
        </p:spPr>
        <p:txBody>
          <a:bodyPr/>
          <a:lstStyle>
            <a:lvl1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                      </a:t>
            </a:r>
          </a:p>
        </p:txBody>
      </p:sp>
      <p:sp>
        <p:nvSpPr>
          <p:cNvPr id="20" name="Placeholder classification"/>
          <p:cNvSpPr txBox="1">
            <a:spLocks/>
          </p:cNvSpPr>
          <p:nvPr userDrawn="1"/>
        </p:nvSpPr>
        <p:spPr>
          <a:xfrm>
            <a:off x="9921659" y="2381"/>
            <a:ext cx="1872000" cy="306000"/>
          </a:xfrm>
          <a:prstGeom prst="rect">
            <a:avLst/>
          </a:prstGeom>
        </p:spPr>
        <p:txBody>
          <a:bodyPr/>
          <a:lstStyle>
            <a:lvl1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                             </a:t>
            </a:r>
          </a:p>
        </p:txBody>
      </p:sp>
      <p:sp>
        <p:nvSpPr>
          <p:cNvPr id="19" name="Placeholder confidentiality"/>
          <p:cNvSpPr txBox="1">
            <a:spLocks/>
          </p:cNvSpPr>
          <p:nvPr userDrawn="1"/>
        </p:nvSpPr>
        <p:spPr>
          <a:xfrm>
            <a:off x="7977659" y="2381"/>
            <a:ext cx="1872000" cy="306000"/>
          </a:xfrm>
          <a:prstGeom prst="rect">
            <a:avLst/>
          </a:prstGeom>
        </p:spPr>
        <p:txBody>
          <a:bodyPr/>
          <a:lstStyle>
            <a:lvl1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                    </a:t>
            </a:r>
          </a:p>
        </p:txBody>
      </p:sp>
      <p:sp>
        <p:nvSpPr>
          <p:cNvPr id="57" name="Content"/>
          <p:cNvSpPr>
            <a:spLocks noGrp="1"/>
          </p:cNvSpPr>
          <p:nvPr>
            <p:ph type="body" idx="1"/>
          </p:nvPr>
        </p:nvSpPr>
        <p:spPr bwMode="black">
          <a:xfrm>
            <a:off x="395288" y="1511300"/>
            <a:ext cx="11396662" cy="49148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52" name="Title"/>
          <p:cNvSpPr>
            <a:spLocks noGrp="1"/>
          </p:cNvSpPr>
          <p:nvPr>
            <p:ph type="title"/>
          </p:nvPr>
        </p:nvSpPr>
        <p:spPr bwMode="black">
          <a:xfrm>
            <a:off x="395290" y="368300"/>
            <a:ext cx="11396660" cy="10083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10" name="Rechteck 9"/>
          <p:cNvSpPr/>
          <p:nvPr userDrawn="1"/>
        </p:nvSpPr>
        <p:spPr>
          <a:xfrm>
            <a:off x="2" y="7106733"/>
            <a:ext cx="12191998" cy="8395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r>
              <a:rPr lang="en-US" sz="1600" noProof="0">
                <a:solidFill>
                  <a:schemeClr val="accent6"/>
                </a:solidFill>
              </a:rPr>
              <a:t>Important note:</a:t>
            </a:r>
            <a:r>
              <a:rPr lang="en-US" sz="1600" noProof="0">
                <a:solidFill>
                  <a:srgbClr val="FFFFFF"/>
                </a:solidFill>
              </a:rPr>
              <a:t> The following sample slides use the Mercedes-Benz pattern. For trademark reasons, this may only be used in combination with the Mercedes star. Therefore, always use a title or closing slide that contains the Mercedes star.</a:t>
            </a:r>
          </a:p>
          <a:p>
            <a:endParaRPr lang="en-US" sz="1600" noProof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B2766B-9DE3-0D87-99D6-1EC13ECB7521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43425" y="6642100"/>
            <a:ext cx="3130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MU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Not for Public Consumption 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13756701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</p:sldLayoutIdLst>
  <p:hf hdr="0" dt="0"/>
  <p:txStyles>
    <p:titleStyle>
      <a:lvl1pPr marL="0" indent="0" algn="l" defTabSz="914271" rtl="0" eaLnBrk="1" latinLnBrk="0" hangingPunct="1">
        <a:spcBef>
          <a:spcPts val="0"/>
        </a:spcBef>
        <a:buFont typeface="+mj-lt"/>
        <a:buNone/>
        <a:defRPr sz="36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+mj-lt"/>
        <a:buNone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1952" indent="-34195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39924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738000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738000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738000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6pPr>
      <a:lvl7pPr marL="738000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7pPr>
      <a:lvl8pPr marL="738000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8pPr>
      <a:lvl9pPr marL="738000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5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71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06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42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78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14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49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85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8">
          <p15:clr>
            <a:srgbClr val="A4A3A4"/>
          </p15:clr>
        </p15:guide>
        <p15:guide id="2" pos="7430">
          <p15:clr>
            <a:srgbClr val="A4A3A4"/>
          </p15:clr>
        </p15:guide>
        <p15:guide id="3" orient="horz" pos="4049">
          <p15:clr>
            <a:srgbClr val="A4A3A4"/>
          </p15:clr>
        </p15:guide>
        <p15:guide id="4" orient="horz" pos="23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fld id="{AD1D1349-391B-44DC-865F-5996B3E40F2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None/>
                <a:tabLst/>
                <a:defRPr/>
              </a:pPr>
              <a:t>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3221900" y="2684361"/>
            <a:ext cx="5888543" cy="1231200"/>
          </a:xfrm>
        </p:spPr>
        <p:txBody>
          <a:bodyPr/>
          <a:lstStyle/>
          <a:p>
            <a:r>
              <a:rPr lang="en-US"/>
              <a:t>Passenger Cars - Europe</a:t>
            </a:r>
          </a:p>
        </p:txBody>
      </p:sp>
    </p:spTree>
    <p:extLst>
      <p:ext uri="{BB962C8B-B14F-4D97-AF65-F5344CB8AC3E}">
        <p14:creationId xmlns:p14="http://schemas.microsoft.com/office/powerpoint/2010/main" val="3434734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EBA04-C370-AC42-E228-7B77E0EC5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12C65-F4F8-9E45-52D4-3FE2821E2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>
                <a:ea typeface="+mj-lt"/>
                <a:cs typeface="+mj-lt"/>
              </a:rPr>
              <a:t>P130217 - Marketing &amp; Sales - United Kingdom (EU)</a:t>
            </a:r>
            <a:br>
              <a:rPr lang="en-GB" sz="2400">
                <a:ea typeface="+mj-lt"/>
                <a:cs typeface="+mj-lt"/>
              </a:rPr>
            </a:br>
            <a:endParaRPr lang="en-GB" sz="2400">
              <a:ea typeface="+mj-lt"/>
              <a:cs typeface="+mj-lt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673557B-4A39-29ED-6AAC-EE8899557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238551"/>
              </p:ext>
            </p:extLst>
          </p:nvPr>
        </p:nvGraphicFramePr>
        <p:xfrm>
          <a:off x="371474" y="913282"/>
          <a:ext cx="11230717" cy="111839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956474">
                  <a:extLst>
                    <a:ext uri="{9D8B030D-6E8A-4147-A177-3AD203B41FA5}">
                      <a16:colId xmlns:a16="http://schemas.microsoft.com/office/drawing/2014/main" val="827154664"/>
                    </a:ext>
                  </a:extLst>
                </a:gridCol>
                <a:gridCol w="2049156">
                  <a:extLst>
                    <a:ext uri="{9D8B030D-6E8A-4147-A177-3AD203B41FA5}">
                      <a16:colId xmlns:a16="http://schemas.microsoft.com/office/drawing/2014/main" val="812420699"/>
                    </a:ext>
                  </a:extLst>
                </a:gridCol>
                <a:gridCol w="2075029">
                  <a:extLst>
                    <a:ext uri="{9D8B030D-6E8A-4147-A177-3AD203B41FA5}">
                      <a16:colId xmlns:a16="http://schemas.microsoft.com/office/drawing/2014/main" val="813345350"/>
                    </a:ext>
                  </a:extLst>
                </a:gridCol>
                <a:gridCol w="2075029">
                  <a:extLst>
                    <a:ext uri="{9D8B030D-6E8A-4147-A177-3AD203B41FA5}">
                      <a16:colId xmlns:a16="http://schemas.microsoft.com/office/drawing/2014/main" val="1376685856"/>
                    </a:ext>
                  </a:extLst>
                </a:gridCol>
                <a:gridCol w="2075029">
                  <a:extLst>
                    <a:ext uri="{9D8B030D-6E8A-4147-A177-3AD203B41FA5}">
                      <a16:colId xmlns:a16="http://schemas.microsoft.com/office/drawing/2014/main" val="353017064"/>
                    </a:ext>
                  </a:extLst>
                </a:gridCol>
              </a:tblGrid>
              <a:tr h="739178"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 Tier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Tier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Tier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Tier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6154337"/>
                  </a:ext>
                </a:extLst>
              </a:tr>
              <a:tr h="379214">
                <a:tc>
                  <a:txBody>
                    <a:bodyPr/>
                    <a:lstStyle/>
                    <a:p>
                      <a:pPr algn="ctr" fontAlgn="b"/>
                      <a:endParaRPr lang="en-GB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1342759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05DB583-F9E1-B772-8A2A-E5532E8AB8CA}"/>
              </a:ext>
            </a:extLst>
          </p:cNvPr>
          <p:cNvSpPr txBox="1"/>
          <p:nvPr/>
        </p:nvSpPr>
        <p:spPr>
          <a:xfrm>
            <a:off x="2579613" y="2436770"/>
            <a:ext cx="461395" cy="184557"/>
          </a:xfrm>
          <a:prstGeom prst="rect">
            <a:avLst/>
          </a:prstGeom>
          <a:solidFill>
            <a:srgbClr val="707070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Master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F6D256-6DC9-A4C6-B84A-7BACAA7983D5}"/>
              </a:ext>
            </a:extLst>
          </p:cNvPr>
          <p:cNvSpPr txBox="1"/>
          <p:nvPr/>
        </p:nvSpPr>
        <p:spPr>
          <a:xfrm>
            <a:off x="8162355" y="2344491"/>
            <a:ext cx="461395" cy="184557"/>
          </a:xfrm>
          <a:prstGeom prst="rect">
            <a:avLst/>
          </a:prstGeom>
          <a:solidFill>
            <a:srgbClr val="707070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Adapt</a:t>
            </a:r>
          </a:p>
        </p:txBody>
      </p:sp>
    </p:spTree>
    <p:extLst>
      <p:ext uri="{BB962C8B-B14F-4D97-AF65-F5344CB8AC3E}">
        <p14:creationId xmlns:p14="http://schemas.microsoft.com/office/powerpoint/2010/main" val="1722316478"/>
      </p:ext>
    </p:extLst>
  </p:cSld>
  <p:clrMapOvr>
    <a:masterClrMapping/>
  </p:clrMapOvr>
</p:sld>
</file>

<file path=ppt/theme/theme1.xml><?xml version="1.0" encoding="utf-8"?>
<a:theme xmlns:a="http://schemas.openxmlformats.org/drawingml/2006/main" name="Mercedes-Benz black">
  <a:themeElements>
    <a:clrScheme name="Mercedes-Benz black">
      <a:dk1>
        <a:sysClr val="windowText" lastClr="000000"/>
      </a:dk1>
      <a:lt1>
        <a:sysClr val="window" lastClr="FFFFFF"/>
      </a:lt1>
      <a:dk2>
        <a:srgbClr val="EAEAEA"/>
      </a:dk2>
      <a:lt2>
        <a:srgbClr val="B6BBC1"/>
      </a:lt2>
      <a:accent1>
        <a:srgbClr val="9E9E9E"/>
      </a:accent1>
      <a:accent2>
        <a:srgbClr val="E6E6E6"/>
      </a:accent2>
      <a:accent3>
        <a:srgbClr val="C8C8C8"/>
      </a:accent3>
      <a:accent4>
        <a:srgbClr val="707070"/>
      </a:accent4>
      <a:accent5>
        <a:srgbClr val="444444"/>
      </a:accent5>
      <a:accent6>
        <a:srgbClr val="00ADEF"/>
      </a:accent6>
      <a:hlink>
        <a:srgbClr val="FFFFFF"/>
      </a:hlink>
      <a:folHlink>
        <a:srgbClr val="FFFFFF"/>
      </a:folHlink>
    </a:clrScheme>
    <a:fontScheme name="Mercedes-Benz Corpo">
      <a:majorFont>
        <a:latin typeface="MB Corpo A Title Cond Office"/>
        <a:ea typeface=""/>
        <a:cs typeface=""/>
      </a:majorFont>
      <a:minorFont>
        <a:latin typeface="MB Corpo S Text Office Ligh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lIns="90000" rtlCol="0" anchor="ctr">
        <a:noAutofit/>
      </a:bodyPr>
      <a:lstStyle>
        <a:defPPr algn="l">
          <a:defRPr sz="1600" dirty="0" err="1" smtClean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defRPr sz="1600" dirty="0" err="1" smtClean="0"/>
        </a:defPPr>
      </a:lstStyle>
    </a:txDef>
  </a:objectDefaults>
  <a:extraClrSchemeLst/>
  <a:custClrLst>
    <a:custClr name="Light Grey 100%">
      <a:srgbClr val="E6E6E6"/>
    </a:custClr>
    <a:custClr name="Light Grey +20 K">
      <a:srgbClr val="C8C8C8"/>
    </a:custClr>
    <a:custClr name="Light Grey +40 K">
      <a:srgbClr val="9E9E9E"/>
    </a:custClr>
    <a:custClr name="Light Grey +60 K">
      <a:srgbClr val="707070"/>
    </a:custClr>
    <a:custClr name="Light Grey +80 K">
      <a:srgbClr val="444444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Pure Blue 100%">
      <a:srgbClr val="00ADEF"/>
    </a:custClr>
    <a:custClr name="Pure Blue +">
      <a:srgbClr val="0082E6"/>
    </a:custClr>
    <a:custClr name="Pure Blue ++">
      <a:srgbClr val="003366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Red">
      <a:srgbClr val="9F0002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MB-PPT-Pattern-example-slides-EN.potx" id="{E1CDC140-E1BE-4FC8-ADB6-EE974A071701}" vid="{6E86FD56-FE76-47D9-9FA1-58EC76F7AA2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Macintosh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Arial</vt:lpstr>
      <vt:lpstr>MB Corpo A Title Cond Office</vt:lpstr>
      <vt:lpstr>MB Corpo S Text Office</vt:lpstr>
      <vt:lpstr>MB Corpo S Text Office Light</vt:lpstr>
      <vt:lpstr>Symbol</vt:lpstr>
      <vt:lpstr>Mercedes-Benz black</vt:lpstr>
      <vt:lpstr>Passenger Cars - Europe</vt:lpstr>
      <vt:lpstr>P130217 - Marketing &amp; Sales - United Kingdom (EU)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Tinamanee Ramen (Omnicom)</dc:creator>
  <cp:lastModifiedBy>RAPP Tech-OFS (Omnicom)</cp:lastModifiedBy>
  <cp:revision>5</cp:revision>
  <dcterms:created xsi:type="dcterms:W3CDTF">2026-07-14T07:02:07Z</dcterms:created>
  <dcterms:modified xsi:type="dcterms:W3CDTF">2026-08-14T20:05:13Z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e19d756-792e-42a1-bcad-4cb9051ddd2d_Enabled">
    <vt:lpwstr>true</vt:lpwstr>
  </property>
  <property fmtid="{D5CDD505-2E9C-101B-9397-08002B2CF9AE}" pid="3" name="MSIP_Label_8e19d756-792e-42a1-bcad-4cb9051ddd2d_SetDate">
    <vt:lpwstr>2026-07-14T07:03:56Z</vt:lpwstr>
  </property>
  <property fmtid="{D5CDD505-2E9C-101B-9397-08002B2CF9AE}" pid="4" name="MSIP_Label_8e19d756-792e-42a1-bcad-4cb9051ddd2d_Method">
    <vt:lpwstr>Standard</vt:lpwstr>
  </property>
  <property fmtid="{D5CDD505-2E9C-101B-9397-08002B2CF9AE}" pid="5" name="MSIP_Label_8e19d756-792e-42a1-bcad-4cb9051ddd2d_Name">
    <vt:lpwstr>Confidential</vt:lpwstr>
  </property>
  <property fmtid="{D5CDD505-2E9C-101B-9397-08002B2CF9AE}" pid="6" name="MSIP_Label_8e19d756-792e-42a1-bcad-4cb9051ddd2d_SiteId">
    <vt:lpwstr>41eb501a-f671-4ce0-a5bf-b64168c3705f</vt:lpwstr>
  </property>
  <property fmtid="{D5CDD505-2E9C-101B-9397-08002B2CF9AE}" pid="7" name="MSIP_Label_8e19d756-792e-42a1-bcad-4cb9051ddd2d_ActionId">
    <vt:lpwstr>187a2db0-3b72-4102-8322-9f4aba86cab7</vt:lpwstr>
  </property>
  <property fmtid="{D5CDD505-2E9C-101B-9397-08002B2CF9AE}" pid="8" name="MSIP_Label_8e19d756-792e-42a1-bcad-4cb9051ddd2d_ContentBits">
    <vt:lpwstr>2</vt:lpwstr>
  </property>
  <property fmtid="{D5CDD505-2E9C-101B-9397-08002B2CF9AE}" pid="9" name="MSIP_Label_8e19d756-792e-42a1-bcad-4cb9051ddd2d_Tag">
    <vt:lpwstr>10, 3, 0, 1</vt:lpwstr>
  </property>
  <property fmtid="{D5CDD505-2E9C-101B-9397-08002B2CF9AE}" pid="10" name="ClassificationContentMarkingFooterLocations">
    <vt:lpwstr>Mercedes-Benz black:3</vt:lpwstr>
  </property>
  <property fmtid="{D5CDD505-2E9C-101B-9397-08002B2CF9AE}" pid="11" name="ClassificationContentMarkingFooterText">
    <vt:lpwstr>Confidential - Not for Public Consumption or Distribution</vt:lpwstr>
  </property>
</Properties>
</file>